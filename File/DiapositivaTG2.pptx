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71" r:id="rId6"/>
    <p:sldId id="260" r:id="rId7"/>
    <p:sldId id="261" r:id="rId8"/>
    <p:sldId id="272" r:id="rId9"/>
    <p:sldId id="273" r:id="rId10"/>
    <p:sldId id="274" r:id="rId11"/>
    <p:sldId id="275" r:id="rId12"/>
    <p:sldId id="262" r:id="rId13"/>
    <p:sldId id="263" r:id="rId14"/>
    <p:sldId id="264" r:id="rId15"/>
    <p:sldId id="269" r:id="rId16"/>
    <p:sldId id="266" r:id="rId17"/>
    <p:sldId id="268" r:id="rId18"/>
    <p:sldId id="276" r:id="rId19"/>
    <p:sldId id="277" r:id="rId20"/>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63C3"/>
    <a:srgbClr val="154C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8734" autoAdjust="0"/>
  </p:normalViewPr>
  <p:slideViewPr>
    <p:cSldViewPr>
      <p:cViewPr varScale="1">
        <p:scale>
          <a:sx n="107" d="100"/>
          <a:sy n="107" d="100"/>
        </p:scale>
        <p:origin x="11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C3FB28-099B-416A-BDDD-E3E2154EF73D}" type="doc">
      <dgm:prSet loTypeId="urn:microsoft.com/office/officeart/2005/8/layout/cycle1" loCatId="cycle" qsTypeId="urn:microsoft.com/office/officeart/2005/8/quickstyle/3d1" qsCatId="3D" csTypeId="urn:microsoft.com/office/officeart/2005/8/colors/accent0_1" csCatId="mainScheme" phldr="1"/>
      <dgm:spPr/>
      <dgm:t>
        <a:bodyPr/>
        <a:lstStyle/>
        <a:p>
          <a:endParaRPr lang="es-ES"/>
        </a:p>
      </dgm:t>
    </dgm:pt>
    <dgm:pt modelId="{A7A1A465-9FF0-4341-9294-EBC42F948936}">
      <dgm:prSet phldrT="[Texto]" custT="1"/>
      <dgm:spPr>
        <a:xfrm>
          <a:off x="3472683" y="35009"/>
          <a:ext cx="1173708" cy="1173708"/>
        </a:xfrm>
        <a:prstGeom prst="rect">
          <a:avLst/>
        </a:prstGeom>
      </dgm:spPr>
      <dgm:t>
        <a:bodyPr/>
        <a:lstStyle/>
        <a:p>
          <a:pPr>
            <a:spcBef>
              <a:spcPts val="1800"/>
            </a:spcBef>
          </a:pPr>
          <a:r>
            <a:rPr lang="es-ES" sz="1600" i="1" dirty="0">
              <a:solidFill>
                <a:srgbClr val="154C98"/>
              </a:solidFill>
              <a:effectLst/>
              <a:latin typeface="Britannic Bold" pitchFamily="34" charset="0"/>
              <a:ea typeface="+mn-ea"/>
              <a:cs typeface="Arial" pitchFamily="34" charset="0"/>
            </a:rPr>
            <a:t>Instrumento Psicométrico</a:t>
          </a:r>
        </a:p>
      </dgm:t>
    </dgm:pt>
    <dgm:pt modelId="{E4B9FE7A-57EC-4C38-B3EF-08FE20074976}" type="parTrans" cxnId="{6B766F69-69A8-4B2B-BACC-ACEC9FF264ED}">
      <dgm:prSet/>
      <dgm:spPr/>
      <dgm:t>
        <a:bodyPr/>
        <a:lstStyle/>
        <a:p>
          <a:pPr>
            <a:spcBef>
              <a:spcPts val="1800"/>
            </a:spcBef>
          </a:pPr>
          <a:endParaRPr lang="es-ES">
            <a:solidFill>
              <a:srgbClr val="154C98"/>
            </a:solidFill>
            <a:effectLst/>
          </a:endParaRPr>
        </a:p>
      </dgm:t>
    </dgm:pt>
    <dgm:pt modelId="{ECEEE578-2358-4F1C-BCD7-C858C1EEF1B1}" type="sibTrans" cxnId="{6B766F69-69A8-4B2B-BACC-ACEC9FF264ED}">
      <dgm:prSet/>
      <dgm:spPr>
        <a:xfrm>
          <a:off x="706652" y="447"/>
          <a:ext cx="4406923" cy="4406923"/>
        </a:xfrm>
        <a:prstGeom prst="circularArrow">
          <a:avLst>
            <a:gd name="adj1" fmla="val 5193"/>
            <a:gd name="adj2" fmla="val 335427"/>
            <a:gd name="adj3" fmla="val 21295221"/>
            <a:gd name="adj4" fmla="val 19764505"/>
            <a:gd name="adj5" fmla="val 6059"/>
          </a:avLst>
        </a:prstGeom>
        <a:gradFill rotWithShape="0">
          <a:gsLst>
            <a:gs pos="0">
              <a:schemeClr val="bg2">
                <a:lumMod val="90000"/>
              </a:schemeClr>
            </a:gs>
            <a:gs pos="100000">
              <a:schemeClr val="lt1">
                <a:hueOff val="0"/>
                <a:satOff val="0"/>
                <a:lumOff val="0"/>
                <a:alphaOff val="0"/>
                <a:satMod val="130000"/>
              </a:schemeClr>
            </a:gs>
          </a:gsLst>
        </a:gradFill>
        <a:scene3d>
          <a:camera prst="orthographicFront"/>
          <a:lightRig rig="flat" dir="t"/>
        </a:scene3d>
        <a:sp3d prstMaterial="plastic">
          <a:bevelT w="120900" h="88900"/>
          <a:bevelB w="88900" h="31750" prst="angle"/>
        </a:sp3d>
      </dgm:spPr>
      <dgm:t>
        <a:bodyPr/>
        <a:lstStyle/>
        <a:p>
          <a:pPr>
            <a:spcBef>
              <a:spcPts val="1800"/>
            </a:spcBef>
          </a:pPr>
          <a:endParaRPr lang="es-ES">
            <a:solidFill>
              <a:srgbClr val="154C98"/>
            </a:solidFill>
            <a:effectLst/>
          </a:endParaRPr>
        </a:p>
      </dgm:t>
    </dgm:pt>
    <dgm:pt modelId="{6EE26230-23A8-46BF-ACBF-7D36E3F16A50}">
      <dgm:prSet phldrT="[Texto]" custT="1"/>
      <dgm:spPr>
        <a:xfrm>
          <a:off x="4183066" y="2221342"/>
          <a:ext cx="1173708" cy="1173708"/>
        </a:xfrm>
        <a:prstGeom prst="rect">
          <a:avLst/>
        </a:prstGeom>
      </dgm:spPr>
      <dgm:t>
        <a:bodyPr/>
        <a:lstStyle/>
        <a:p>
          <a:pPr>
            <a:spcBef>
              <a:spcPts val="1800"/>
            </a:spcBef>
          </a:pPr>
          <a:r>
            <a:rPr lang="es-ES" sz="1600" i="1" dirty="0">
              <a:solidFill>
                <a:srgbClr val="154C98"/>
              </a:solidFill>
              <a:effectLst/>
              <a:latin typeface="Britannic Bold" pitchFamily="34" charset="0"/>
              <a:ea typeface="+mn-ea"/>
              <a:cs typeface="Arial" pitchFamily="34" charset="0"/>
            </a:rPr>
            <a:t>Tecnología</a:t>
          </a:r>
        </a:p>
      </dgm:t>
    </dgm:pt>
    <dgm:pt modelId="{AF44F526-F35E-4EBF-8EA5-04357070B8B9}" type="parTrans" cxnId="{A190E3E9-305A-4FEF-A6E3-573C6C3C1C92}">
      <dgm:prSet/>
      <dgm:spPr/>
      <dgm:t>
        <a:bodyPr/>
        <a:lstStyle/>
        <a:p>
          <a:pPr>
            <a:spcBef>
              <a:spcPts val="1800"/>
            </a:spcBef>
          </a:pPr>
          <a:endParaRPr lang="es-ES">
            <a:solidFill>
              <a:srgbClr val="154C98"/>
            </a:solidFill>
            <a:effectLst/>
          </a:endParaRPr>
        </a:p>
      </dgm:t>
    </dgm:pt>
    <dgm:pt modelId="{BB508E39-25C0-4FC7-8B7E-B16E14F8B091}" type="sibTrans" cxnId="{A190E3E9-305A-4FEF-A6E3-573C6C3C1C92}">
      <dgm:prSet/>
      <dgm:spPr>
        <a:xfrm>
          <a:off x="706652" y="447"/>
          <a:ext cx="4406923" cy="4406923"/>
        </a:xfrm>
        <a:prstGeom prst="circularArrow">
          <a:avLst>
            <a:gd name="adj1" fmla="val 5193"/>
            <a:gd name="adj2" fmla="val 335427"/>
            <a:gd name="adj3" fmla="val 4016749"/>
            <a:gd name="adj4" fmla="val 2251549"/>
            <a:gd name="adj5" fmla="val 6059"/>
          </a:avLst>
        </a:prstGeom>
        <a:gradFill rotWithShape="0">
          <a:gsLst>
            <a:gs pos="0">
              <a:schemeClr val="bg2">
                <a:lumMod val="90000"/>
              </a:schemeClr>
            </a:gs>
            <a:gs pos="100000">
              <a:schemeClr val="lt1">
                <a:hueOff val="0"/>
                <a:satOff val="0"/>
                <a:lumOff val="0"/>
                <a:alphaOff val="0"/>
                <a:satMod val="130000"/>
              </a:schemeClr>
            </a:gs>
          </a:gsLst>
        </a:gradFill>
        <a:scene3d>
          <a:camera prst="orthographicFront"/>
          <a:lightRig rig="flat" dir="t"/>
        </a:scene3d>
        <a:sp3d prstMaterial="plastic">
          <a:bevelT w="120900" h="88900"/>
          <a:bevelB w="88900" h="31750" prst="angle"/>
        </a:sp3d>
      </dgm:spPr>
      <dgm:t>
        <a:bodyPr/>
        <a:lstStyle/>
        <a:p>
          <a:pPr>
            <a:spcBef>
              <a:spcPts val="1800"/>
            </a:spcBef>
          </a:pPr>
          <a:endParaRPr lang="es-ES">
            <a:solidFill>
              <a:srgbClr val="154C98"/>
            </a:solidFill>
            <a:effectLst/>
          </a:endParaRPr>
        </a:p>
      </dgm:t>
    </dgm:pt>
    <dgm:pt modelId="{CF785E8D-9306-406F-B810-D347BE568386}">
      <dgm:prSet phldrT="[Texto]" custT="1"/>
      <dgm:spPr>
        <a:xfrm>
          <a:off x="2323260" y="3572571"/>
          <a:ext cx="1173708" cy="1173708"/>
        </a:xfrm>
        <a:prstGeom prst="rect">
          <a:avLst/>
        </a:prstGeom>
      </dgm:spPr>
      <dgm:t>
        <a:bodyPr/>
        <a:lstStyle/>
        <a:p>
          <a:pPr>
            <a:spcBef>
              <a:spcPts val="1800"/>
            </a:spcBef>
          </a:pPr>
          <a:r>
            <a:rPr lang="es-ES" sz="1600" i="1" dirty="0">
              <a:solidFill>
                <a:srgbClr val="154C98"/>
              </a:solidFill>
              <a:effectLst/>
              <a:latin typeface="Britannic Bold" pitchFamily="34" charset="0"/>
              <a:ea typeface="+mn-ea"/>
              <a:cs typeface="Arial" pitchFamily="34" charset="0"/>
            </a:rPr>
            <a:t>Apps Móviles</a:t>
          </a:r>
        </a:p>
      </dgm:t>
    </dgm:pt>
    <dgm:pt modelId="{F4EBE1EA-EA3C-4CCF-A7DB-2F6D2BC33421}" type="parTrans" cxnId="{F62E5F0D-D0B5-4BC4-AC67-53123AF519FC}">
      <dgm:prSet/>
      <dgm:spPr/>
      <dgm:t>
        <a:bodyPr/>
        <a:lstStyle/>
        <a:p>
          <a:pPr>
            <a:spcBef>
              <a:spcPts val="1800"/>
            </a:spcBef>
          </a:pPr>
          <a:endParaRPr lang="es-ES">
            <a:solidFill>
              <a:srgbClr val="154C98"/>
            </a:solidFill>
            <a:effectLst/>
          </a:endParaRPr>
        </a:p>
      </dgm:t>
    </dgm:pt>
    <dgm:pt modelId="{4053E41B-4766-4496-B4FC-A5DCA0E5378C}" type="sibTrans" cxnId="{F62E5F0D-D0B5-4BC4-AC67-53123AF519FC}">
      <dgm:prSet/>
      <dgm:spPr>
        <a:xfrm>
          <a:off x="706652" y="447"/>
          <a:ext cx="4406923" cy="4406923"/>
        </a:xfrm>
        <a:prstGeom prst="circularArrow">
          <a:avLst>
            <a:gd name="adj1" fmla="val 5193"/>
            <a:gd name="adj2" fmla="val 335427"/>
            <a:gd name="adj3" fmla="val 8213023"/>
            <a:gd name="adj4" fmla="val 6447824"/>
            <a:gd name="adj5" fmla="val 6059"/>
          </a:avLst>
        </a:prstGeom>
        <a:gradFill rotWithShape="0">
          <a:gsLst>
            <a:gs pos="0">
              <a:schemeClr val="bg2">
                <a:lumMod val="90000"/>
              </a:schemeClr>
            </a:gs>
            <a:gs pos="100000">
              <a:schemeClr val="lt1">
                <a:hueOff val="0"/>
                <a:satOff val="0"/>
                <a:lumOff val="0"/>
                <a:alphaOff val="0"/>
                <a:satMod val="130000"/>
              </a:schemeClr>
            </a:gs>
          </a:gsLst>
        </a:gradFill>
        <a:scene3d>
          <a:camera prst="orthographicFront"/>
          <a:lightRig rig="flat" dir="t"/>
        </a:scene3d>
        <a:sp3d prstMaterial="plastic">
          <a:bevelT w="120900" h="88900"/>
          <a:bevelB w="88900" h="31750" prst="angle"/>
        </a:sp3d>
      </dgm:spPr>
      <dgm:t>
        <a:bodyPr/>
        <a:lstStyle/>
        <a:p>
          <a:pPr>
            <a:spcBef>
              <a:spcPts val="1800"/>
            </a:spcBef>
          </a:pPr>
          <a:endParaRPr lang="es-ES">
            <a:solidFill>
              <a:srgbClr val="154C98"/>
            </a:solidFill>
            <a:effectLst/>
          </a:endParaRPr>
        </a:p>
      </dgm:t>
    </dgm:pt>
    <dgm:pt modelId="{89AD8445-CF87-4EDF-9803-E9BFBC1A9127}">
      <dgm:prSet phldrT="[Texto]" custT="1"/>
      <dgm:spPr>
        <a:xfrm>
          <a:off x="463454" y="2221342"/>
          <a:ext cx="1173708" cy="1173708"/>
        </a:xfrm>
        <a:prstGeom prst="rect">
          <a:avLst/>
        </a:prstGeom>
      </dgm:spPr>
      <dgm:t>
        <a:bodyPr/>
        <a:lstStyle/>
        <a:p>
          <a:pPr>
            <a:spcBef>
              <a:spcPts val="1800"/>
            </a:spcBef>
          </a:pPr>
          <a:r>
            <a:rPr lang="es-ES" sz="1600" i="1" dirty="0" err="1">
              <a:solidFill>
                <a:srgbClr val="154C98"/>
              </a:solidFill>
              <a:effectLst/>
              <a:latin typeface="Britannic Bold" pitchFamily="34" charset="0"/>
              <a:ea typeface="+mn-ea"/>
              <a:cs typeface="Arial" pitchFamily="34" charset="0"/>
            </a:rPr>
            <a:t>TelePsicología</a:t>
          </a:r>
          <a:endParaRPr lang="es-ES" sz="1600" i="1" dirty="0">
            <a:solidFill>
              <a:srgbClr val="154C98"/>
            </a:solidFill>
            <a:effectLst/>
            <a:latin typeface="Britannic Bold" pitchFamily="34" charset="0"/>
            <a:ea typeface="+mn-ea"/>
            <a:cs typeface="Arial" pitchFamily="34" charset="0"/>
          </a:endParaRPr>
        </a:p>
      </dgm:t>
    </dgm:pt>
    <dgm:pt modelId="{70561370-07E1-4988-9E69-E03AD2458DC6}" type="parTrans" cxnId="{513E641E-9B00-4496-8838-80213F64073B}">
      <dgm:prSet/>
      <dgm:spPr/>
      <dgm:t>
        <a:bodyPr/>
        <a:lstStyle/>
        <a:p>
          <a:pPr>
            <a:spcBef>
              <a:spcPts val="1800"/>
            </a:spcBef>
          </a:pPr>
          <a:endParaRPr lang="es-ES">
            <a:solidFill>
              <a:srgbClr val="154C98"/>
            </a:solidFill>
            <a:effectLst/>
          </a:endParaRPr>
        </a:p>
      </dgm:t>
    </dgm:pt>
    <dgm:pt modelId="{D1EDFCC9-9E84-46F7-A837-F50715D34BFF}" type="sibTrans" cxnId="{513E641E-9B00-4496-8838-80213F64073B}">
      <dgm:prSet/>
      <dgm:spPr>
        <a:xfrm>
          <a:off x="706652" y="447"/>
          <a:ext cx="4406923" cy="4406923"/>
        </a:xfrm>
        <a:prstGeom prst="circularArrow">
          <a:avLst>
            <a:gd name="adj1" fmla="val 5193"/>
            <a:gd name="adj2" fmla="val 335427"/>
            <a:gd name="adj3" fmla="val 12300068"/>
            <a:gd name="adj4" fmla="val 10769352"/>
            <a:gd name="adj5" fmla="val 6059"/>
          </a:avLst>
        </a:prstGeom>
        <a:gradFill rotWithShape="0">
          <a:gsLst>
            <a:gs pos="0">
              <a:schemeClr val="bg2">
                <a:lumMod val="90000"/>
              </a:schemeClr>
            </a:gs>
            <a:gs pos="100000">
              <a:schemeClr val="lt1">
                <a:hueOff val="0"/>
                <a:satOff val="0"/>
                <a:lumOff val="0"/>
                <a:alphaOff val="0"/>
                <a:satMod val="130000"/>
              </a:schemeClr>
            </a:gs>
          </a:gsLst>
        </a:gradFill>
        <a:scene3d>
          <a:camera prst="orthographicFront"/>
          <a:lightRig rig="flat" dir="t"/>
        </a:scene3d>
        <a:sp3d prstMaterial="plastic">
          <a:bevelT w="120900" h="88900"/>
          <a:bevelB w="88900" h="31750" prst="angle"/>
        </a:sp3d>
      </dgm:spPr>
      <dgm:t>
        <a:bodyPr/>
        <a:lstStyle/>
        <a:p>
          <a:pPr>
            <a:spcBef>
              <a:spcPts val="1800"/>
            </a:spcBef>
          </a:pPr>
          <a:endParaRPr lang="es-ES">
            <a:solidFill>
              <a:srgbClr val="154C98"/>
            </a:solidFill>
            <a:effectLst/>
          </a:endParaRPr>
        </a:p>
      </dgm:t>
    </dgm:pt>
    <dgm:pt modelId="{2FCC8ABF-5EE5-4428-B37E-185F02752B6B}">
      <dgm:prSet phldrT="[Texto]" custT="1"/>
      <dgm:spPr>
        <a:xfrm>
          <a:off x="1173836" y="35009"/>
          <a:ext cx="1173708" cy="1173708"/>
        </a:xfrm>
        <a:prstGeom prst="rect">
          <a:avLst/>
        </a:prstGeom>
      </dgm:spPr>
      <dgm:t>
        <a:bodyPr/>
        <a:lstStyle/>
        <a:p>
          <a:pPr>
            <a:spcBef>
              <a:spcPts val="1800"/>
            </a:spcBef>
          </a:pPr>
          <a:r>
            <a:rPr lang="es-ES" sz="1600" b="0" i="1" dirty="0">
              <a:solidFill>
                <a:srgbClr val="154C98"/>
              </a:solidFill>
              <a:effectLst/>
              <a:latin typeface="Britannic Bold" pitchFamily="34" charset="0"/>
              <a:ea typeface="Batang" pitchFamily="18" charset="-127"/>
              <a:cs typeface="Aharoni" pitchFamily="2" charset="-79"/>
            </a:rPr>
            <a:t>MoCA</a:t>
          </a:r>
        </a:p>
      </dgm:t>
    </dgm:pt>
    <dgm:pt modelId="{5FDB185D-CFF3-436E-BF68-7ED51B5753E1}" type="sibTrans" cxnId="{90F34488-1C70-4455-ADC2-BEEECC5D7534}">
      <dgm:prSet/>
      <dgm:spPr>
        <a:xfrm>
          <a:off x="706652" y="447"/>
          <a:ext cx="4406923" cy="4406923"/>
        </a:xfrm>
        <a:prstGeom prst="circularArrow">
          <a:avLst>
            <a:gd name="adj1" fmla="val 5193"/>
            <a:gd name="adj2" fmla="val 335427"/>
            <a:gd name="adj3" fmla="val 16867731"/>
            <a:gd name="adj4" fmla="val 15196841"/>
            <a:gd name="adj5" fmla="val 6059"/>
          </a:avLst>
        </a:prstGeom>
        <a:gradFill rotWithShape="0">
          <a:gsLst>
            <a:gs pos="0">
              <a:schemeClr val="bg2">
                <a:lumMod val="90000"/>
              </a:schemeClr>
            </a:gs>
            <a:gs pos="100000">
              <a:schemeClr val="lt1">
                <a:hueOff val="0"/>
                <a:satOff val="0"/>
                <a:lumOff val="0"/>
                <a:alphaOff val="0"/>
                <a:satMod val="130000"/>
              </a:schemeClr>
            </a:gs>
          </a:gsLst>
        </a:gradFill>
        <a:scene3d>
          <a:camera prst="orthographicFront"/>
          <a:lightRig rig="flat" dir="t"/>
        </a:scene3d>
        <a:sp3d prstMaterial="plastic">
          <a:bevelT w="120900" h="88900"/>
          <a:bevelB w="88900" h="31750" prst="angle"/>
        </a:sp3d>
      </dgm:spPr>
      <dgm:t>
        <a:bodyPr/>
        <a:lstStyle/>
        <a:p>
          <a:pPr>
            <a:spcBef>
              <a:spcPts val="1800"/>
            </a:spcBef>
          </a:pPr>
          <a:endParaRPr lang="es-ES">
            <a:solidFill>
              <a:srgbClr val="154C98"/>
            </a:solidFill>
            <a:effectLst/>
          </a:endParaRPr>
        </a:p>
      </dgm:t>
    </dgm:pt>
    <dgm:pt modelId="{C9BC7591-0A49-4487-991A-78D7E11EF4F2}" type="parTrans" cxnId="{90F34488-1C70-4455-ADC2-BEEECC5D7534}">
      <dgm:prSet/>
      <dgm:spPr/>
      <dgm:t>
        <a:bodyPr/>
        <a:lstStyle/>
        <a:p>
          <a:pPr>
            <a:spcBef>
              <a:spcPts val="1800"/>
            </a:spcBef>
          </a:pPr>
          <a:endParaRPr lang="es-ES">
            <a:solidFill>
              <a:srgbClr val="154C98"/>
            </a:solidFill>
            <a:effectLst/>
          </a:endParaRPr>
        </a:p>
      </dgm:t>
    </dgm:pt>
    <dgm:pt modelId="{169CE015-1A5B-48D7-A2BE-C42D2BBB6B4F}" type="pres">
      <dgm:prSet presAssocID="{66C3FB28-099B-416A-BDDD-E3E2154EF73D}" presName="cycle" presStyleCnt="0">
        <dgm:presLayoutVars>
          <dgm:dir/>
          <dgm:resizeHandles val="exact"/>
        </dgm:presLayoutVars>
      </dgm:prSet>
      <dgm:spPr/>
      <dgm:t>
        <a:bodyPr/>
        <a:lstStyle/>
        <a:p>
          <a:endParaRPr lang="es-ES"/>
        </a:p>
      </dgm:t>
    </dgm:pt>
    <dgm:pt modelId="{427DF0C4-A36B-45D0-9248-BF9A8C317692}" type="pres">
      <dgm:prSet presAssocID="{A7A1A465-9FF0-4341-9294-EBC42F948936}" presName="dummy" presStyleCnt="0"/>
      <dgm:spPr/>
    </dgm:pt>
    <dgm:pt modelId="{EF224244-B1CD-4415-9B85-2B329008F74B}" type="pres">
      <dgm:prSet presAssocID="{A7A1A465-9FF0-4341-9294-EBC42F948936}" presName="node" presStyleLbl="revTx" presStyleIdx="0" presStyleCnt="5" custScaleX="151772">
        <dgm:presLayoutVars>
          <dgm:bulletEnabled val="1"/>
        </dgm:presLayoutVars>
      </dgm:prSet>
      <dgm:spPr/>
      <dgm:t>
        <a:bodyPr/>
        <a:lstStyle/>
        <a:p>
          <a:endParaRPr lang="es-ES"/>
        </a:p>
      </dgm:t>
    </dgm:pt>
    <dgm:pt modelId="{CD744EE5-83A7-4946-AEB2-C330B6B3F5CA}" type="pres">
      <dgm:prSet presAssocID="{ECEEE578-2358-4F1C-BCD7-C858C1EEF1B1}" presName="sibTrans" presStyleLbl="node1" presStyleIdx="0" presStyleCnt="5"/>
      <dgm:spPr/>
      <dgm:t>
        <a:bodyPr/>
        <a:lstStyle/>
        <a:p>
          <a:endParaRPr lang="es-ES"/>
        </a:p>
      </dgm:t>
    </dgm:pt>
    <dgm:pt modelId="{A92FF16A-2EC4-4D38-A03A-B76562AA0473}" type="pres">
      <dgm:prSet presAssocID="{6EE26230-23A8-46BF-ACBF-7D36E3F16A50}" presName="dummy" presStyleCnt="0"/>
      <dgm:spPr/>
    </dgm:pt>
    <dgm:pt modelId="{69F116D0-C76D-4E10-B04A-7FC19746D284}" type="pres">
      <dgm:prSet presAssocID="{6EE26230-23A8-46BF-ACBF-7D36E3F16A50}" presName="node" presStyleLbl="revTx" presStyleIdx="1" presStyleCnt="5">
        <dgm:presLayoutVars>
          <dgm:bulletEnabled val="1"/>
        </dgm:presLayoutVars>
      </dgm:prSet>
      <dgm:spPr/>
      <dgm:t>
        <a:bodyPr/>
        <a:lstStyle/>
        <a:p>
          <a:endParaRPr lang="es-ES"/>
        </a:p>
      </dgm:t>
    </dgm:pt>
    <dgm:pt modelId="{C19CCF0E-24F5-47BE-BB9F-10E33ED23F10}" type="pres">
      <dgm:prSet presAssocID="{BB508E39-25C0-4FC7-8B7E-B16E14F8B091}" presName="sibTrans" presStyleLbl="node1" presStyleIdx="1" presStyleCnt="5"/>
      <dgm:spPr/>
      <dgm:t>
        <a:bodyPr/>
        <a:lstStyle/>
        <a:p>
          <a:endParaRPr lang="es-ES"/>
        </a:p>
      </dgm:t>
    </dgm:pt>
    <dgm:pt modelId="{748AC056-4E15-4C66-B441-8E54FC70FFDD}" type="pres">
      <dgm:prSet presAssocID="{CF785E8D-9306-406F-B810-D347BE568386}" presName="dummy" presStyleCnt="0"/>
      <dgm:spPr/>
    </dgm:pt>
    <dgm:pt modelId="{7328F6C4-CFF5-477A-B963-152E2C0FD8EC}" type="pres">
      <dgm:prSet presAssocID="{CF785E8D-9306-406F-B810-D347BE568386}" presName="node" presStyleLbl="revTx" presStyleIdx="2" presStyleCnt="5">
        <dgm:presLayoutVars>
          <dgm:bulletEnabled val="1"/>
        </dgm:presLayoutVars>
      </dgm:prSet>
      <dgm:spPr/>
      <dgm:t>
        <a:bodyPr/>
        <a:lstStyle/>
        <a:p>
          <a:endParaRPr lang="es-ES"/>
        </a:p>
      </dgm:t>
    </dgm:pt>
    <dgm:pt modelId="{D17FAA1D-F63D-4862-91F7-57DE9A584B03}" type="pres">
      <dgm:prSet presAssocID="{4053E41B-4766-4496-B4FC-A5DCA0E5378C}" presName="sibTrans" presStyleLbl="node1" presStyleIdx="2" presStyleCnt="5"/>
      <dgm:spPr/>
      <dgm:t>
        <a:bodyPr/>
        <a:lstStyle/>
        <a:p>
          <a:endParaRPr lang="es-ES"/>
        </a:p>
      </dgm:t>
    </dgm:pt>
    <dgm:pt modelId="{7F8B9D36-2833-458E-A064-4033FCCF7985}" type="pres">
      <dgm:prSet presAssocID="{89AD8445-CF87-4EDF-9803-E9BFBC1A9127}" presName="dummy" presStyleCnt="0"/>
      <dgm:spPr/>
    </dgm:pt>
    <dgm:pt modelId="{58FACBA5-7233-4D90-82E9-2E5DC0B64C6B}" type="pres">
      <dgm:prSet presAssocID="{89AD8445-CF87-4EDF-9803-E9BFBC1A9127}" presName="node" presStyleLbl="revTx" presStyleIdx="3" presStyleCnt="5" custScaleX="124599">
        <dgm:presLayoutVars>
          <dgm:bulletEnabled val="1"/>
        </dgm:presLayoutVars>
      </dgm:prSet>
      <dgm:spPr/>
      <dgm:t>
        <a:bodyPr/>
        <a:lstStyle/>
        <a:p>
          <a:endParaRPr lang="es-ES"/>
        </a:p>
      </dgm:t>
    </dgm:pt>
    <dgm:pt modelId="{292C9789-75B5-4CD4-A4B6-8F9E189D8BFD}" type="pres">
      <dgm:prSet presAssocID="{D1EDFCC9-9E84-46F7-A837-F50715D34BFF}" presName="sibTrans" presStyleLbl="node1" presStyleIdx="3" presStyleCnt="5"/>
      <dgm:spPr/>
      <dgm:t>
        <a:bodyPr/>
        <a:lstStyle/>
        <a:p>
          <a:endParaRPr lang="es-ES"/>
        </a:p>
      </dgm:t>
    </dgm:pt>
    <dgm:pt modelId="{747FDD44-68C7-48AB-A1F7-26CFA8A3038F}" type="pres">
      <dgm:prSet presAssocID="{2FCC8ABF-5EE5-4428-B37E-185F02752B6B}" presName="dummy" presStyleCnt="0"/>
      <dgm:spPr/>
    </dgm:pt>
    <dgm:pt modelId="{1E7A51E8-5AF7-4C8F-9EA7-3B5BC9748283}" type="pres">
      <dgm:prSet presAssocID="{2FCC8ABF-5EE5-4428-B37E-185F02752B6B}" presName="node" presStyleLbl="revTx" presStyleIdx="4" presStyleCnt="5">
        <dgm:presLayoutVars>
          <dgm:bulletEnabled val="1"/>
        </dgm:presLayoutVars>
      </dgm:prSet>
      <dgm:spPr/>
      <dgm:t>
        <a:bodyPr/>
        <a:lstStyle/>
        <a:p>
          <a:endParaRPr lang="es-ES"/>
        </a:p>
      </dgm:t>
    </dgm:pt>
    <dgm:pt modelId="{EF2A86C5-9566-4397-B434-9FA7B1C817DE}" type="pres">
      <dgm:prSet presAssocID="{5FDB185D-CFF3-436E-BF68-7ED51B5753E1}" presName="sibTrans" presStyleLbl="node1" presStyleIdx="4" presStyleCnt="5"/>
      <dgm:spPr/>
      <dgm:t>
        <a:bodyPr/>
        <a:lstStyle/>
        <a:p>
          <a:endParaRPr lang="es-ES"/>
        </a:p>
      </dgm:t>
    </dgm:pt>
  </dgm:ptLst>
  <dgm:cxnLst>
    <dgm:cxn modelId="{920F3EF7-E472-4BE2-AB20-AB1E9424C1F1}" type="presOf" srcId="{CF785E8D-9306-406F-B810-D347BE568386}" destId="{7328F6C4-CFF5-477A-B963-152E2C0FD8EC}" srcOrd="0" destOrd="0" presId="urn:microsoft.com/office/officeart/2005/8/layout/cycle1"/>
    <dgm:cxn modelId="{429DC5FF-DFBD-4DB6-8F4A-36C04AF2C2BD}" type="presOf" srcId="{2FCC8ABF-5EE5-4428-B37E-185F02752B6B}" destId="{1E7A51E8-5AF7-4C8F-9EA7-3B5BC9748283}" srcOrd="0" destOrd="0" presId="urn:microsoft.com/office/officeart/2005/8/layout/cycle1"/>
    <dgm:cxn modelId="{6FEA4C48-E4C3-4058-B887-49756059FB94}" type="presOf" srcId="{4053E41B-4766-4496-B4FC-A5DCA0E5378C}" destId="{D17FAA1D-F63D-4862-91F7-57DE9A584B03}" srcOrd="0" destOrd="0" presId="urn:microsoft.com/office/officeart/2005/8/layout/cycle1"/>
    <dgm:cxn modelId="{97274A33-3F93-4FAE-8415-850E55C6CA93}" type="presOf" srcId="{D1EDFCC9-9E84-46F7-A837-F50715D34BFF}" destId="{292C9789-75B5-4CD4-A4B6-8F9E189D8BFD}" srcOrd="0" destOrd="0" presId="urn:microsoft.com/office/officeart/2005/8/layout/cycle1"/>
    <dgm:cxn modelId="{A190E3E9-305A-4FEF-A6E3-573C6C3C1C92}" srcId="{66C3FB28-099B-416A-BDDD-E3E2154EF73D}" destId="{6EE26230-23A8-46BF-ACBF-7D36E3F16A50}" srcOrd="1" destOrd="0" parTransId="{AF44F526-F35E-4EBF-8EA5-04357070B8B9}" sibTransId="{BB508E39-25C0-4FC7-8B7E-B16E14F8B091}"/>
    <dgm:cxn modelId="{E5E156AB-D4C1-4AE1-99CB-6D8D7DAA4177}" type="presOf" srcId="{6EE26230-23A8-46BF-ACBF-7D36E3F16A50}" destId="{69F116D0-C76D-4E10-B04A-7FC19746D284}" srcOrd="0" destOrd="0" presId="urn:microsoft.com/office/officeart/2005/8/layout/cycle1"/>
    <dgm:cxn modelId="{8738555D-7CEB-4969-912E-1A7C8EB1EC25}" type="presOf" srcId="{5FDB185D-CFF3-436E-BF68-7ED51B5753E1}" destId="{EF2A86C5-9566-4397-B434-9FA7B1C817DE}" srcOrd="0" destOrd="0" presId="urn:microsoft.com/office/officeart/2005/8/layout/cycle1"/>
    <dgm:cxn modelId="{6B766F69-69A8-4B2B-BACC-ACEC9FF264ED}" srcId="{66C3FB28-099B-416A-BDDD-E3E2154EF73D}" destId="{A7A1A465-9FF0-4341-9294-EBC42F948936}" srcOrd="0" destOrd="0" parTransId="{E4B9FE7A-57EC-4C38-B3EF-08FE20074976}" sibTransId="{ECEEE578-2358-4F1C-BCD7-C858C1EEF1B1}"/>
    <dgm:cxn modelId="{F62E5F0D-D0B5-4BC4-AC67-53123AF519FC}" srcId="{66C3FB28-099B-416A-BDDD-E3E2154EF73D}" destId="{CF785E8D-9306-406F-B810-D347BE568386}" srcOrd="2" destOrd="0" parTransId="{F4EBE1EA-EA3C-4CCF-A7DB-2F6D2BC33421}" sibTransId="{4053E41B-4766-4496-B4FC-A5DCA0E5378C}"/>
    <dgm:cxn modelId="{098EA08E-4188-4B4C-ACFD-8DC99D967BEE}" type="presOf" srcId="{89AD8445-CF87-4EDF-9803-E9BFBC1A9127}" destId="{58FACBA5-7233-4D90-82E9-2E5DC0B64C6B}" srcOrd="0" destOrd="0" presId="urn:microsoft.com/office/officeart/2005/8/layout/cycle1"/>
    <dgm:cxn modelId="{8F093576-39E8-4637-8A8D-B6AAF87DC432}" type="presOf" srcId="{A7A1A465-9FF0-4341-9294-EBC42F948936}" destId="{EF224244-B1CD-4415-9B85-2B329008F74B}" srcOrd="0" destOrd="0" presId="urn:microsoft.com/office/officeart/2005/8/layout/cycle1"/>
    <dgm:cxn modelId="{E08E58E3-1568-4168-BABF-1D28377F3232}" type="presOf" srcId="{66C3FB28-099B-416A-BDDD-E3E2154EF73D}" destId="{169CE015-1A5B-48D7-A2BE-C42D2BBB6B4F}" srcOrd="0" destOrd="0" presId="urn:microsoft.com/office/officeart/2005/8/layout/cycle1"/>
    <dgm:cxn modelId="{513E641E-9B00-4496-8838-80213F64073B}" srcId="{66C3FB28-099B-416A-BDDD-E3E2154EF73D}" destId="{89AD8445-CF87-4EDF-9803-E9BFBC1A9127}" srcOrd="3" destOrd="0" parTransId="{70561370-07E1-4988-9E69-E03AD2458DC6}" sibTransId="{D1EDFCC9-9E84-46F7-A837-F50715D34BFF}"/>
    <dgm:cxn modelId="{19575205-6B40-463C-90AF-ACE6052EB2A2}" type="presOf" srcId="{ECEEE578-2358-4F1C-BCD7-C858C1EEF1B1}" destId="{CD744EE5-83A7-4946-AEB2-C330B6B3F5CA}" srcOrd="0" destOrd="0" presId="urn:microsoft.com/office/officeart/2005/8/layout/cycle1"/>
    <dgm:cxn modelId="{90F34488-1C70-4455-ADC2-BEEECC5D7534}" srcId="{66C3FB28-099B-416A-BDDD-E3E2154EF73D}" destId="{2FCC8ABF-5EE5-4428-B37E-185F02752B6B}" srcOrd="4" destOrd="0" parTransId="{C9BC7591-0A49-4487-991A-78D7E11EF4F2}" sibTransId="{5FDB185D-CFF3-436E-BF68-7ED51B5753E1}"/>
    <dgm:cxn modelId="{6A80457E-C1CD-49C2-985D-BE1CDD272E2E}" type="presOf" srcId="{BB508E39-25C0-4FC7-8B7E-B16E14F8B091}" destId="{C19CCF0E-24F5-47BE-BB9F-10E33ED23F10}" srcOrd="0" destOrd="0" presId="urn:microsoft.com/office/officeart/2005/8/layout/cycle1"/>
    <dgm:cxn modelId="{4A238641-37C1-47FE-869F-E6F2557A91EE}" type="presParOf" srcId="{169CE015-1A5B-48D7-A2BE-C42D2BBB6B4F}" destId="{427DF0C4-A36B-45D0-9248-BF9A8C317692}" srcOrd="0" destOrd="0" presId="urn:microsoft.com/office/officeart/2005/8/layout/cycle1"/>
    <dgm:cxn modelId="{8E594224-7C3A-464E-B399-934FECA6232F}" type="presParOf" srcId="{169CE015-1A5B-48D7-A2BE-C42D2BBB6B4F}" destId="{EF224244-B1CD-4415-9B85-2B329008F74B}" srcOrd="1" destOrd="0" presId="urn:microsoft.com/office/officeart/2005/8/layout/cycle1"/>
    <dgm:cxn modelId="{1731CCA6-4C68-4246-B380-56E80C380641}" type="presParOf" srcId="{169CE015-1A5B-48D7-A2BE-C42D2BBB6B4F}" destId="{CD744EE5-83A7-4946-AEB2-C330B6B3F5CA}" srcOrd="2" destOrd="0" presId="urn:microsoft.com/office/officeart/2005/8/layout/cycle1"/>
    <dgm:cxn modelId="{D23C56EB-8E32-48FF-AC2B-410270E42C51}" type="presParOf" srcId="{169CE015-1A5B-48D7-A2BE-C42D2BBB6B4F}" destId="{A92FF16A-2EC4-4D38-A03A-B76562AA0473}" srcOrd="3" destOrd="0" presId="urn:microsoft.com/office/officeart/2005/8/layout/cycle1"/>
    <dgm:cxn modelId="{4E4304A4-F7E0-4926-A1FC-59F6D16DC296}" type="presParOf" srcId="{169CE015-1A5B-48D7-A2BE-C42D2BBB6B4F}" destId="{69F116D0-C76D-4E10-B04A-7FC19746D284}" srcOrd="4" destOrd="0" presId="urn:microsoft.com/office/officeart/2005/8/layout/cycle1"/>
    <dgm:cxn modelId="{D160384F-FBDD-4A4D-89F1-1CAC45C727F4}" type="presParOf" srcId="{169CE015-1A5B-48D7-A2BE-C42D2BBB6B4F}" destId="{C19CCF0E-24F5-47BE-BB9F-10E33ED23F10}" srcOrd="5" destOrd="0" presId="urn:microsoft.com/office/officeart/2005/8/layout/cycle1"/>
    <dgm:cxn modelId="{51FAD5C1-E3BB-43EC-8694-860A771E9A82}" type="presParOf" srcId="{169CE015-1A5B-48D7-A2BE-C42D2BBB6B4F}" destId="{748AC056-4E15-4C66-B441-8E54FC70FFDD}" srcOrd="6" destOrd="0" presId="urn:microsoft.com/office/officeart/2005/8/layout/cycle1"/>
    <dgm:cxn modelId="{D0C13F28-E3EC-4F05-9CBB-B64E75354E46}" type="presParOf" srcId="{169CE015-1A5B-48D7-A2BE-C42D2BBB6B4F}" destId="{7328F6C4-CFF5-477A-B963-152E2C0FD8EC}" srcOrd="7" destOrd="0" presId="urn:microsoft.com/office/officeart/2005/8/layout/cycle1"/>
    <dgm:cxn modelId="{0DBE554D-283A-4CF5-8DB5-8D77A9870B63}" type="presParOf" srcId="{169CE015-1A5B-48D7-A2BE-C42D2BBB6B4F}" destId="{D17FAA1D-F63D-4862-91F7-57DE9A584B03}" srcOrd="8" destOrd="0" presId="urn:microsoft.com/office/officeart/2005/8/layout/cycle1"/>
    <dgm:cxn modelId="{E60FF295-70D9-4969-A0C2-C6AE99E3966C}" type="presParOf" srcId="{169CE015-1A5B-48D7-A2BE-C42D2BBB6B4F}" destId="{7F8B9D36-2833-458E-A064-4033FCCF7985}" srcOrd="9" destOrd="0" presId="urn:microsoft.com/office/officeart/2005/8/layout/cycle1"/>
    <dgm:cxn modelId="{8F77A882-9240-41DE-A92C-2BD89EE0FCD9}" type="presParOf" srcId="{169CE015-1A5B-48D7-A2BE-C42D2BBB6B4F}" destId="{58FACBA5-7233-4D90-82E9-2E5DC0B64C6B}" srcOrd="10" destOrd="0" presId="urn:microsoft.com/office/officeart/2005/8/layout/cycle1"/>
    <dgm:cxn modelId="{96A20F4D-93A4-4F68-949B-E99BE073AE77}" type="presParOf" srcId="{169CE015-1A5B-48D7-A2BE-C42D2BBB6B4F}" destId="{292C9789-75B5-4CD4-A4B6-8F9E189D8BFD}" srcOrd="11" destOrd="0" presId="urn:microsoft.com/office/officeart/2005/8/layout/cycle1"/>
    <dgm:cxn modelId="{B0991F41-37AC-4888-9BDD-85EA0F54F693}" type="presParOf" srcId="{169CE015-1A5B-48D7-A2BE-C42D2BBB6B4F}" destId="{747FDD44-68C7-48AB-A1F7-26CFA8A3038F}" srcOrd="12" destOrd="0" presId="urn:microsoft.com/office/officeart/2005/8/layout/cycle1"/>
    <dgm:cxn modelId="{8B3FB267-270F-44CB-8252-46C8BA7E0C67}" type="presParOf" srcId="{169CE015-1A5B-48D7-A2BE-C42D2BBB6B4F}" destId="{1E7A51E8-5AF7-4C8F-9EA7-3B5BC9748283}" srcOrd="13" destOrd="0" presId="urn:microsoft.com/office/officeart/2005/8/layout/cycle1"/>
    <dgm:cxn modelId="{EF816C95-6C2B-4654-AA66-AFB073585E63}" type="presParOf" srcId="{169CE015-1A5B-48D7-A2BE-C42D2BBB6B4F}" destId="{EF2A86C5-9566-4397-B434-9FA7B1C817DE}" srcOrd="14" destOrd="0" presId="urn:microsoft.com/office/officeart/2005/8/layout/cycle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17BACF-3A8D-450C-8959-3A3A4081A724}" type="doc">
      <dgm:prSet loTypeId="urn:microsoft.com/office/officeart/2005/8/layout/orgChart1" loCatId="hierarchy" qsTypeId="urn:microsoft.com/office/officeart/2005/8/quickstyle/simple1" qsCatId="simple" csTypeId="urn:microsoft.com/office/officeart/2005/8/colors/accent1_1" csCatId="accent1" phldr="1"/>
      <dgm:spPr/>
      <dgm:t>
        <a:bodyPr/>
        <a:lstStyle/>
        <a:p>
          <a:endParaRPr lang="es-ES"/>
        </a:p>
      </dgm:t>
    </dgm:pt>
    <dgm:pt modelId="{8DCFBF1E-5838-4126-BEB7-29EAE08DD6FB}">
      <dgm:prSet phldrT="[Texto]" custT="1"/>
      <dgm:spPr>
        <a:solidFill>
          <a:srgbClr val="1B63C3"/>
        </a:solidFill>
        <a:ln>
          <a:solidFill>
            <a:schemeClr val="bg1"/>
          </a:solidFill>
        </a:ln>
      </dgm:spPr>
      <dgm:t>
        <a:bodyPr/>
        <a:lstStyle/>
        <a:p>
          <a:pPr>
            <a:lnSpc>
              <a:spcPct val="150000"/>
            </a:lnSpc>
          </a:pPr>
          <a:r>
            <a:rPr lang="es-ES" sz="1350" b="1" dirty="0">
              <a:solidFill>
                <a:schemeClr val="bg1"/>
              </a:solidFill>
              <a:latin typeface="Times New Roman" panose="02020603050405020304" pitchFamily="18" charset="0"/>
              <a:cs typeface="Times New Roman" panose="02020603050405020304" pitchFamily="18" charset="0"/>
            </a:rPr>
            <a:t>Desarrollar una Aplicación Móvil basada en Realidad Virtual No Inmersiva para la evaluación del Deterioro Cognitivo en el proceso de selección de ingresos del personal atendido por la Dirección de Evaluación y Apoyo Psicológico de la UNIMAR.</a:t>
          </a:r>
        </a:p>
      </dgm:t>
    </dgm:pt>
    <dgm:pt modelId="{92282AD3-42C2-4A39-8463-EE25EE4CF6F7}" type="parTrans" cxnId="{F604EB77-A15A-4614-AF67-1619D695E92C}">
      <dgm:prSet/>
      <dgm:spPr/>
      <dgm:t>
        <a:bodyPr/>
        <a:lstStyle/>
        <a:p>
          <a:endParaRPr lang="es-ES" sz="1400"/>
        </a:p>
      </dgm:t>
    </dgm:pt>
    <dgm:pt modelId="{755A94FE-DBBE-4260-949A-4652BCE08738}" type="sibTrans" cxnId="{F604EB77-A15A-4614-AF67-1619D695E92C}">
      <dgm:prSet/>
      <dgm:spPr/>
      <dgm:t>
        <a:bodyPr/>
        <a:lstStyle/>
        <a:p>
          <a:endParaRPr lang="es-ES" sz="1400"/>
        </a:p>
      </dgm:t>
    </dgm:pt>
    <dgm:pt modelId="{11AFBF5D-6A04-484A-B87D-A861153BD20F}">
      <dgm:prSet phldrT="[Texto]" custT="1"/>
      <dgm:spPr>
        <a:solidFill>
          <a:srgbClr val="1B63C3"/>
        </a:solidFill>
        <a:ln>
          <a:solidFill>
            <a:schemeClr val="bg1"/>
          </a:solidFill>
        </a:ln>
      </dgm:spPr>
      <dgm:t>
        <a:bodyPr/>
        <a:lstStyle/>
        <a:p>
          <a:pPr>
            <a:lnSpc>
              <a:spcPct val="150000"/>
            </a:lnSpc>
          </a:pPr>
          <a:r>
            <a:rPr lang="es-ES" sz="1400" b="1" dirty="0">
              <a:solidFill>
                <a:schemeClr val="bg1"/>
              </a:solidFill>
              <a:latin typeface="Times New Roman" panose="02020603050405020304" pitchFamily="18" charset="0"/>
              <a:cs typeface="Times New Roman" panose="02020603050405020304" pitchFamily="18" charset="0"/>
            </a:rPr>
            <a:t>Establecer la importancia de desarrollar una Aplicación Móvil basada en Realidad Virtual No Inmersiva para evaluar el Deterioro Cognitivo en el proceso de selección de ingresos del personal atendido por la Dirección de Evaluación y Apoyo Psicológico de la UNIMAR.</a:t>
          </a:r>
        </a:p>
      </dgm:t>
    </dgm:pt>
    <dgm:pt modelId="{B9AA0999-3694-4762-9B18-3A7708F2358E}" type="parTrans" cxnId="{EFCA60D4-0D3F-4B10-9439-7B79BD264550}">
      <dgm:prSet/>
      <dgm:spPr/>
      <dgm:t>
        <a:bodyPr/>
        <a:lstStyle/>
        <a:p>
          <a:endParaRPr lang="es-ES" sz="1400"/>
        </a:p>
      </dgm:t>
    </dgm:pt>
    <dgm:pt modelId="{7F5C8819-600A-46E6-8DE2-A3D0871B7F33}" type="sibTrans" cxnId="{EFCA60D4-0D3F-4B10-9439-7B79BD264550}">
      <dgm:prSet/>
      <dgm:spPr/>
      <dgm:t>
        <a:bodyPr/>
        <a:lstStyle/>
        <a:p>
          <a:endParaRPr lang="es-ES" sz="1400"/>
        </a:p>
      </dgm:t>
    </dgm:pt>
    <dgm:pt modelId="{CD37D158-DE0B-484A-BAD8-0C61BB310571}">
      <dgm:prSet phldrT="[Texto]" custT="1"/>
      <dgm:spPr>
        <a:solidFill>
          <a:srgbClr val="1B63C3"/>
        </a:solidFill>
        <a:ln>
          <a:solidFill>
            <a:schemeClr val="bg1"/>
          </a:solidFill>
        </a:ln>
      </dgm:spPr>
      <dgm:t>
        <a:bodyPr/>
        <a:lstStyle/>
        <a:p>
          <a:pPr>
            <a:lnSpc>
              <a:spcPct val="150000"/>
            </a:lnSpc>
          </a:pPr>
          <a:r>
            <a:rPr lang="es-ES" sz="1400" b="1" dirty="0">
              <a:solidFill>
                <a:schemeClr val="bg1"/>
              </a:solidFill>
              <a:latin typeface="Times New Roman" panose="02020603050405020304" pitchFamily="18" charset="0"/>
              <a:cs typeface="Times New Roman" panose="02020603050405020304" pitchFamily="18" charset="0"/>
            </a:rPr>
            <a:t>Seleccionar el instrumento psicométrico estandarizado a emplear para el diseño de la Aplicación Móvil basada en Realidad Virtual No Inmersiva para evaluar el Deterioro Cognitivo en el proceso de selección de ingresos del personal atendido por la Dirección de Evaluación y Apoyo Psicológico de la UNIMAR </a:t>
          </a:r>
        </a:p>
      </dgm:t>
    </dgm:pt>
    <dgm:pt modelId="{8ADCBE49-8408-4ABB-B9C2-102D80B4A95D}" type="sibTrans" cxnId="{1EB764FA-CFA8-4043-8223-6B30D0B381E1}">
      <dgm:prSet/>
      <dgm:spPr/>
      <dgm:t>
        <a:bodyPr/>
        <a:lstStyle/>
        <a:p>
          <a:endParaRPr lang="es-ES" sz="1400"/>
        </a:p>
      </dgm:t>
    </dgm:pt>
    <dgm:pt modelId="{96A5A15D-2F9F-48F4-8F78-661E01F762ED}" type="parTrans" cxnId="{1EB764FA-CFA8-4043-8223-6B30D0B381E1}">
      <dgm:prSet/>
      <dgm:spPr/>
      <dgm:t>
        <a:bodyPr/>
        <a:lstStyle/>
        <a:p>
          <a:endParaRPr lang="es-ES" sz="1400"/>
        </a:p>
      </dgm:t>
    </dgm:pt>
    <dgm:pt modelId="{2D01F59A-06F5-4D71-B1CD-8686ABADCFA5}">
      <dgm:prSet phldrT="[Texto]" custT="1"/>
      <dgm:spPr>
        <a:solidFill>
          <a:srgbClr val="1B63C3"/>
        </a:solidFill>
        <a:ln>
          <a:solidFill>
            <a:schemeClr val="bg1"/>
          </a:solidFill>
        </a:ln>
      </dgm:spPr>
      <dgm:t>
        <a:bodyPr/>
        <a:lstStyle/>
        <a:p>
          <a:pPr>
            <a:lnSpc>
              <a:spcPct val="150000"/>
            </a:lnSpc>
          </a:pPr>
          <a:r>
            <a:rPr lang="es-ES" sz="1350" b="1" dirty="0">
              <a:solidFill>
                <a:schemeClr val="bg1"/>
              </a:solidFill>
              <a:latin typeface="Times New Roman" panose="02020603050405020304" pitchFamily="18" charset="0"/>
              <a:cs typeface="Times New Roman" panose="02020603050405020304" pitchFamily="18" charset="0"/>
            </a:rPr>
            <a:t>Determinar los requerimientos técnicos y de funcionalidad que amerita la Aplicación Móvil </a:t>
          </a:r>
          <a:r>
            <a:rPr lang="es-ES" sz="1400" b="1" dirty="0">
              <a:solidFill>
                <a:schemeClr val="bg1"/>
              </a:solidFill>
              <a:latin typeface="Times New Roman" panose="02020603050405020304" pitchFamily="18" charset="0"/>
              <a:cs typeface="Times New Roman" panose="02020603050405020304" pitchFamily="18" charset="0"/>
            </a:rPr>
            <a:t>basada</a:t>
          </a:r>
          <a:r>
            <a:rPr lang="es-ES" sz="1350" b="1" dirty="0">
              <a:solidFill>
                <a:schemeClr val="bg1"/>
              </a:solidFill>
              <a:latin typeface="Times New Roman" panose="02020603050405020304" pitchFamily="18" charset="0"/>
              <a:cs typeface="Times New Roman" panose="02020603050405020304" pitchFamily="18" charset="0"/>
            </a:rPr>
            <a:t> en Realidad </a:t>
          </a:r>
          <a:r>
            <a:rPr lang="es-ES" sz="1400" b="1" dirty="0">
              <a:solidFill>
                <a:schemeClr val="bg1"/>
              </a:solidFill>
              <a:latin typeface="Times New Roman" panose="02020603050405020304" pitchFamily="18" charset="0"/>
              <a:cs typeface="Times New Roman" panose="02020603050405020304" pitchFamily="18" charset="0"/>
            </a:rPr>
            <a:t>Virtual</a:t>
          </a:r>
          <a:r>
            <a:rPr lang="es-ES" sz="1350" b="1" dirty="0">
              <a:solidFill>
                <a:schemeClr val="bg1"/>
              </a:solidFill>
              <a:latin typeface="Times New Roman" panose="02020603050405020304" pitchFamily="18" charset="0"/>
              <a:cs typeface="Times New Roman" panose="02020603050405020304" pitchFamily="18" charset="0"/>
            </a:rPr>
            <a:t> No inmersiva para la evaluación del Deterioro Cognitivo en el proceso de selección del personal en la Dirección de Evaluación y Apoyo Psicológico de UNIMAR</a:t>
          </a:r>
        </a:p>
      </dgm:t>
    </dgm:pt>
    <dgm:pt modelId="{1D6D8178-7CDE-40FC-8A38-E83511FB6BB2}" type="parTrans" cxnId="{0056210E-88F8-40D0-9ECA-32B85AC2E0BC}">
      <dgm:prSet/>
      <dgm:spPr/>
      <dgm:t>
        <a:bodyPr/>
        <a:lstStyle/>
        <a:p>
          <a:endParaRPr lang="es-VE"/>
        </a:p>
      </dgm:t>
    </dgm:pt>
    <dgm:pt modelId="{BA214B52-9A66-4666-9BB8-6D0879406E96}" type="sibTrans" cxnId="{0056210E-88F8-40D0-9ECA-32B85AC2E0BC}">
      <dgm:prSet/>
      <dgm:spPr/>
      <dgm:t>
        <a:bodyPr/>
        <a:lstStyle/>
        <a:p>
          <a:endParaRPr lang="es-VE"/>
        </a:p>
      </dgm:t>
    </dgm:pt>
    <dgm:pt modelId="{298D4AFE-2E7C-4C43-A3BE-887DD9E3B4F0}" type="pres">
      <dgm:prSet presAssocID="{0C17BACF-3A8D-450C-8959-3A3A4081A724}" presName="hierChild1" presStyleCnt="0">
        <dgm:presLayoutVars>
          <dgm:orgChart val="1"/>
          <dgm:chPref val="1"/>
          <dgm:dir/>
          <dgm:animOne val="branch"/>
          <dgm:animLvl val="lvl"/>
          <dgm:resizeHandles/>
        </dgm:presLayoutVars>
      </dgm:prSet>
      <dgm:spPr/>
      <dgm:t>
        <a:bodyPr/>
        <a:lstStyle/>
        <a:p>
          <a:endParaRPr lang="es-ES"/>
        </a:p>
      </dgm:t>
    </dgm:pt>
    <dgm:pt modelId="{0FE3CB7A-A0D4-4E66-914D-E5AEC1674B04}" type="pres">
      <dgm:prSet presAssocID="{8DCFBF1E-5838-4126-BEB7-29EAE08DD6FB}" presName="hierRoot1" presStyleCnt="0">
        <dgm:presLayoutVars>
          <dgm:hierBranch val="init"/>
        </dgm:presLayoutVars>
      </dgm:prSet>
      <dgm:spPr/>
    </dgm:pt>
    <dgm:pt modelId="{44A8A1A4-CB93-4A03-98CA-640162AE70F8}" type="pres">
      <dgm:prSet presAssocID="{8DCFBF1E-5838-4126-BEB7-29EAE08DD6FB}" presName="rootComposite1" presStyleCnt="0"/>
      <dgm:spPr/>
    </dgm:pt>
    <dgm:pt modelId="{C0B50D47-CFBB-45FA-9242-45EA47725B8D}" type="pres">
      <dgm:prSet presAssocID="{8DCFBF1E-5838-4126-BEB7-29EAE08DD6FB}" presName="rootText1" presStyleLbl="node0" presStyleIdx="0" presStyleCnt="1" custScaleX="294272" custScaleY="141381" custLinFactNeighborX="-1423" custLinFactNeighborY="-18606">
        <dgm:presLayoutVars>
          <dgm:chPref val="3"/>
        </dgm:presLayoutVars>
      </dgm:prSet>
      <dgm:spPr/>
      <dgm:t>
        <a:bodyPr/>
        <a:lstStyle/>
        <a:p>
          <a:endParaRPr lang="es-ES"/>
        </a:p>
      </dgm:t>
    </dgm:pt>
    <dgm:pt modelId="{73BA4DE1-2461-4C29-8AAB-ADC9F91F5FAC}" type="pres">
      <dgm:prSet presAssocID="{8DCFBF1E-5838-4126-BEB7-29EAE08DD6FB}" presName="rootConnector1" presStyleLbl="node1" presStyleIdx="0" presStyleCnt="0"/>
      <dgm:spPr/>
      <dgm:t>
        <a:bodyPr/>
        <a:lstStyle/>
        <a:p>
          <a:endParaRPr lang="es-ES"/>
        </a:p>
      </dgm:t>
    </dgm:pt>
    <dgm:pt modelId="{244F8A59-0929-4E39-B091-C34F07BA42BC}" type="pres">
      <dgm:prSet presAssocID="{8DCFBF1E-5838-4126-BEB7-29EAE08DD6FB}" presName="hierChild2" presStyleCnt="0"/>
      <dgm:spPr/>
    </dgm:pt>
    <dgm:pt modelId="{CEAE845C-4F6F-4280-B37F-1F1087889897}" type="pres">
      <dgm:prSet presAssocID="{B9AA0999-3694-4762-9B18-3A7708F2358E}" presName="Name37" presStyleLbl="parChTrans1D2" presStyleIdx="0" presStyleCnt="3"/>
      <dgm:spPr/>
      <dgm:t>
        <a:bodyPr/>
        <a:lstStyle/>
        <a:p>
          <a:endParaRPr lang="es-ES"/>
        </a:p>
      </dgm:t>
    </dgm:pt>
    <dgm:pt modelId="{5DDC4304-042E-4C9B-8418-A2BBEF000C37}" type="pres">
      <dgm:prSet presAssocID="{11AFBF5D-6A04-484A-B87D-A861153BD20F}" presName="hierRoot2" presStyleCnt="0">
        <dgm:presLayoutVars>
          <dgm:hierBranch val="init"/>
        </dgm:presLayoutVars>
      </dgm:prSet>
      <dgm:spPr/>
    </dgm:pt>
    <dgm:pt modelId="{8FD5F0B1-F70B-4C1A-A2A3-C0600CC258C0}" type="pres">
      <dgm:prSet presAssocID="{11AFBF5D-6A04-484A-B87D-A861153BD20F}" presName="rootComposite" presStyleCnt="0"/>
      <dgm:spPr/>
    </dgm:pt>
    <dgm:pt modelId="{54007BF0-8636-4418-8144-D6008F464C17}" type="pres">
      <dgm:prSet presAssocID="{11AFBF5D-6A04-484A-B87D-A861153BD20F}" presName="rootText" presStyleLbl="node2" presStyleIdx="0" presStyleCnt="3" custScaleX="129001" custScaleY="287202" custLinFactNeighborX="3295" custLinFactNeighborY="-13089">
        <dgm:presLayoutVars>
          <dgm:chPref val="3"/>
        </dgm:presLayoutVars>
      </dgm:prSet>
      <dgm:spPr/>
      <dgm:t>
        <a:bodyPr/>
        <a:lstStyle/>
        <a:p>
          <a:endParaRPr lang="es-ES"/>
        </a:p>
      </dgm:t>
    </dgm:pt>
    <dgm:pt modelId="{52550569-B2D9-4657-AD3B-44C3BE968600}" type="pres">
      <dgm:prSet presAssocID="{11AFBF5D-6A04-484A-B87D-A861153BD20F}" presName="rootConnector" presStyleLbl="node2" presStyleIdx="0" presStyleCnt="3"/>
      <dgm:spPr/>
      <dgm:t>
        <a:bodyPr/>
        <a:lstStyle/>
        <a:p>
          <a:endParaRPr lang="es-ES"/>
        </a:p>
      </dgm:t>
    </dgm:pt>
    <dgm:pt modelId="{86A033C2-3FAB-4FE7-BC80-3F4363B9CAD4}" type="pres">
      <dgm:prSet presAssocID="{11AFBF5D-6A04-484A-B87D-A861153BD20F}" presName="hierChild4" presStyleCnt="0"/>
      <dgm:spPr/>
    </dgm:pt>
    <dgm:pt modelId="{38BADBF8-3A18-4516-A95C-C8A737780914}" type="pres">
      <dgm:prSet presAssocID="{11AFBF5D-6A04-484A-B87D-A861153BD20F}" presName="hierChild5" presStyleCnt="0"/>
      <dgm:spPr/>
    </dgm:pt>
    <dgm:pt modelId="{CCBDBCE4-7BFD-4051-9D97-576CB84928AF}" type="pres">
      <dgm:prSet presAssocID="{96A5A15D-2F9F-48F4-8F78-661E01F762ED}" presName="Name37" presStyleLbl="parChTrans1D2" presStyleIdx="1" presStyleCnt="3"/>
      <dgm:spPr/>
      <dgm:t>
        <a:bodyPr/>
        <a:lstStyle/>
        <a:p>
          <a:endParaRPr lang="es-ES"/>
        </a:p>
      </dgm:t>
    </dgm:pt>
    <dgm:pt modelId="{334E3E7C-C624-44BD-BC0C-4E0F0D283E3B}" type="pres">
      <dgm:prSet presAssocID="{CD37D158-DE0B-484A-BAD8-0C61BB310571}" presName="hierRoot2" presStyleCnt="0">
        <dgm:presLayoutVars>
          <dgm:hierBranch val="init"/>
        </dgm:presLayoutVars>
      </dgm:prSet>
      <dgm:spPr/>
    </dgm:pt>
    <dgm:pt modelId="{98ADADF0-1815-4ED5-A46B-9E31DB3DA05A}" type="pres">
      <dgm:prSet presAssocID="{CD37D158-DE0B-484A-BAD8-0C61BB310571}" presName="rootComposite" presStyleCnt="0"/>
      <dgm:spPr/>
    </dgm:pt>
    <dgm:pt modelId="{43BA60E2-48AB-4664-96CE-F57B06F67C26}" type="pres">
      <dgm:prSet presAssocID="{CD37D158-DE0B-484A-BAD8-0C61BB310571}" presName="rootText" presStyleLbl="node2" presStyleIdx="1" presStyleCnt="3" custScaleX="137227" custScaleY="312368" custLinFactNeighborX="-408" custLinFactNeighborY="-6133">
        <dgm:presLayoutVars>
          <dgm:chPref val="3"/>
        </dgm:presLayoutVars>
      </dgm:prSet>
      <dgm:spPr/>
      <dgm:t>
        <a:bodyPr/>
        <a:lstStyle/>
        <a:p>
          <a:endParaRPr lang="es-ES"/>
        </a:p>
      </dgm:t>
    </dgm:pt>
    <dgm:pt modelId="{44BB4112-5187-444F-92DB-80F21BA0971D}" type="pres">
      <dgm:prSet presAssocID="{CD37D158-DE0B-484A-BAD8-0C61BB310571}" presName="rootConnector" presStyleLbl="node2" presStyleIdx="1" presStyleCnt="3"/>
      <dgm:spPr/>
      <dgm:t>
        <a:bodyPr/>
        <a:lstStyle/>
        <a:p>
          <a:endParaRPr lang="es-ES"/>
        </a:p>
      </dgm:t>
    </dgm:pt>
    <dgm:pt modelId="{8F49A900-0528-44B9-9BAF-E7A2E9D53D2F}" type="pres">
      <dgm:prSet presAssocID="{CD37D158-DE0B-484A-BAD8-0C61BB310571}" presName="hierChild4" presStyleCnt="0"/>
      <dgm:spPr/>
    </dgm:pt>
    <dgm:pt modelId="{85B0FB24-45CA-4603-8F5A-A4E902208509}" type="pres">
      <dgm:prSet presAssocID="{CD37D158-DE0B-484A-BAD8-0C61BB310571}" presName="hierChild5" presStyleCnt="0"/>
      <dgm:spPr/>
    </dgm:pt>
    <dgm:pt modelId="{3FE8BE4B-AFBF-4207-BA72-36D5642CACFF}" type="pres">
      <dgm:prSet presAssocID="{1D6D8178-7CDE-40FC-8A38-E83511FB6BB2}" presName="Name37" presStyleLbl="parChTrans1D2" presStyleIdx="2" presStyleCnt="3"/>
      <dgm:spPr/>
      <dgm:t>
        <a:bodyPr/>
        <a:lstStyle/>
        <a:p>
          <a:endParaRPr lang="es-ES"/>
        </a:p>
      </dgm:t>
    </dgm:pt>
    <dgm:pt modelId="{B1E5CF1C-B516-4B18-B29E-A610791EA5E5}" type="pres">
      <dgm:prSet presAssocID="{2D01F59A-06F5-4D71-B1CD-8686ABADCFA5}" presName="hierRoot2" presStyleCnt="0">
        <dgm:presLayoutVars>
          <dgm:hierBranch val="init"/>
        </dgm:presLayoutVars>
      </dgm:prSet>
      <dgm:spPr/>
    </dgm:pt>
    <dgm:pt modelId="{573EA845-F5C5-4001-970A-066EFA7F78DE}" type="pres">
      <dgm:prSet presAssocID="{2D01F59A-06F5-4D71-B1CD-8686ABADCFA5}" presName="rootComposite" presStyleCnt="0"/>
      <dgm:spPr/>
    </dgm:pt>
    <dgm:pt modelId="{BE58062B-04E1-4492-A978-57323F0EAF3B}" type="pres">
      <dgm:prSet presAssocID="{2D01F59A-06F5-4D71-B1CD-8686ABADCFA5}" presName="rootText" presStyleLbl="node2" presStyleIdx="2" presStyleCnt="3" custScaleX="120061" custScaleY="271558" custLinFactNeighborX="-2350" custLinFactNeighborY="-13089">
        <dgm:presLayoutVars>
          <dgm:chPref val="3"/>
        </dgm:presLayoutVars>
      </dgm:prSet>
      <dgm:spPr/>
      <dgm:t>
        <a:bodyPr/>
        <a:lstStyle/>
        <a:p>
          <a:endParaRPr lang="es-ES"/>
        </a:p>
      </dgm:t>
    </dgm:pt>
    <dgm:pt modelId="{5C396843-609E-460F-A70E-E3F54A52ADC2}" type="pres">
      <dgm:prSet presAssocID="{2D01F59A-06F5-4D71-B1CD-8686ABADCFA5}" presName="rootConnector" presStyleLbl="node2" presStyleIdx="2" presStyleCnt="3"/>
      <dgm:spPr/>
      <dgm:t>
        <a:bodyPr/>
        <a:lstStyle/>
        <a:p>
          <a:endParaRPr lang="es-ES"/>
        </a:p>
      </dgm:t>
    </dgm:pt>
    <dgm:pt modelId="{FE83380C-36D5-483A-B33B-B24EFFC186FD}" type="pres">
      <dgm:prSet presAssocID="{2D01F59A-06F5-4D71-B1CD-8686ABADCFA5}" presName="hierChild4" presStyleCnt="0"/>
      <dgm:spPr/>
    </dgm:pt>
    <dgm:pt modelId="{9F34E885-8E8B-421F-B5DD-19F6CBA2FBDB}" type="pres">
      <dgm:prSet presAssocID="{2D01F59A-06F5-4D71-B1CD-8686ABADCFA5}" presName="hierChild5" presStyleCnt="0"/>
      <dgm:spPr/>
    </dgm:pt>
    <dgm:pt modelId="{2737AEC0-B9AB-4707-82DE-F8A760A9AB11}" type="pres">
      <dgm:prSet presAssocID="{8DCFBF1E-5838-4126-BEB7-29EAE08DD6FB}" presName="hierChild3" presStyleCnt="0"/>
      <dgm:spPr/>
    </dgm:pt>
  </dgm:ptLst>
  <dgm:cxnLst>
    <dgm:cxn modelId="{19BB118C-AEFE-4C6E-A069-DEF740CF2111}" type="presOf" srcId="{8DCFBF1E-5838-4126-BEB7-29EAE08DD6FB}" destId="{C0B50D47-CFBB-45FA-9242-45EA47725B8D}" srcOrd="0" destOrd="0" presId="urn:microsoft.com/office/officeart/2005/8/layout/orgChart1"/>
    <dgm:cxn modelId="{013FD615-AFF5-42F9-AFC1-861A6293B33A}" type="presOf" srcId="{1D6D8178-7CDE-40FC-8A38-E83511FB6BB2}" destId="{3FE8BE4B-AFBF-4207-BA72-36D5642CACFF}" srcOrd="0" destOrd="0" presId="urn:microsoft.com/office/officeart/2005/8/layout/orgChart1"/>
    <dgm:cxn modelId="{8D5A7A24-D22E-473B-935A-04A5700AC1CB}" type="presOf" srcId="{CD37D158-DE0B-484A-BAD8-0C61BB310571}" destId="{43BA60E2-48AB-4664-96CE-F57B06F67C26}" srcOrd="0" destOrd="0" presId="urn:microsoft.com/office/officeart/2005/8/layout/orgChart1"/>
    <dgm:cxn modelId="{74E5E638-60C3-4434-892E-D9F827595F20}" type="presOf" srcId="{8DCFBF1E-5838-4126-BEB7-29EAE08DD6FB}" destId="{73BA4DE1-2461-4C29-8AAB-ADC9F91F5FAC}" srcOrd="1" destOrd="0" presId="urn:microsoft.com/office/officeart/2005/8/layout/orgChart1"/>
    <dgm:cxn modelId="{0494A581-8780-4A80-AA95-F3DFC8CA19AF}" type="presOf" srcId="{11AFBF5D-6A04-484A-B87D-A861153BD20F}" destId="{52550569-B2D9-4657-AD3B-44C3BE968600}" srcOrd="1" destOrd="0" presId="urn:microsoft.com/office/officeart/2005/8/layout/orgChart1"/>
    <dgm:cxn modelId="{3DF6B83F-A42B-4E3F-9454-D9500ABCEBA8}" type="presOf" srcId="{CD37D158-DE0B-484A-BAD8-0C61BB310571}" destId="{44BB4112-5187-444F-92DB-80F21BA0971D}" srcOrd="1" destOrd="0" presId="urn:microsoft.com/office/officeart/2005/8/layout/orgChart1"/>
    <dgm:cxn modelId="{F604EB77-A15A-4614-AF67-1619D695E92C}" srcId="{0C17BACF-3A8D-450C-8959-3A3A4081A724}" destId="{8DCFBF1E-5838-4126-BEB7-29EAE08DD6FB}" srcOrd="0" destOrd="0" parTransId="{92282AD3-42C2-4A39-8463-EE25EE4CF6F7}" sibTransId="{755A94FE-DBBE-4260-949A-4652BCE08738}"/>
    <dgm:cxn modelId="{B0378BC4-207F-4A2A-B665-39529C6D603F}" type="presOf" srcId="{96A5A15D-2F9F-48F4-8F78-661E01F762ED}" destId="{CCBDBCE4-7BFD-4051-9D97-576CB84928AF}" srcOrd="0" destOrd="0" presId="urn:microsoft.com/office/officeart/2005/8/layout/orgChart1"/>
    <dgm:cxn modelId="{01FBA500-6B4E-4C18-8790-F94762D17A15}" type="presOf" srcId="{2D01F59A-06F5-4D71-B1CD-8686ABADCFA5}" destId="{5C396843-609E-460F-A70E-E3F54A52ADC2}" srcOrd="1" destOrd="0" presId="urn:microsoft.com/office/officeart/2005/8/layout/orgChart1"/>
    <dgm:cxn modelId="{27C6B901-3C86-4915-B2E9-33BAE1ED0467}" type="presOf" srcId="{0C17BACF-3A8D-450C-8959-3A3A4081A724}" destId="{298D4AFE-2E7C-4C43-A3BE-887DD9E3B4F0}" srcOrd="0" destOrd="0" presId="urn:microsoft.com/office/officeart/2005/8/layout/orgChart1"/>
    <dgm:cxn modelId="{864DA37F-6D57-43DA-9A11-9F39F3862C83}" type="presOf" srcId="{11AFBF5D-6A04-484A-B87D-A861153BD20F}" destId="{54007BF0-8636-4418-8144-D6008F464C17}" srcOrd="0" destOrd="0" presId="urn:microsoft.com/office/officeart/2005/8/layout/orgChart1"/>
    <dgm:cxn modelId="{1EB764FA-CFA8-4043-8223-6B30D0B381E1}" srcId="{8DCFBF1E-5838-4126-BEB7-29EAE08DD6FB}" destId="{CD37D158-DE0B-484A-BAD8-0C61BB310571}" srcOrd="1" destOrd="0" parTransId="{96A5A15D-2F9F-48F4-8F78-661E01F762ED}" sibTransId="{8ADCBE49-8408-4ABB-B9C2-102D80B4A95D}"/>
    <dgm:cxn modelId="{0056210E-88F8-40D0-9ECA-32B85AC2E0BC}" srcId="{8DCFBF1E-5838-4126-BEB7-29EAE08DD6FB}" destId="{2D01F59A-06F5-4D71-B1CD-8686ABADCFA5}" srcOrd="2" destOrd="0" parTransId="{1D6D8178-7CDE-40FC-8A38-E83511FB6BB2}" sibTransId="{BA214B52-9A66-4666-9BB8-6D0879406E96}"/>
    <dgm:cxn modelId="{EFCA60D4-0D3F-4B10-9439-7B79BD264550}" srcId="{8DCFBF1E-5838-4126-BEB7-29EAE08DD6FB}" destId="{11AFBF5D-6A04-484A-B87D-A861153BD20F}" srcOrd="0" destOrd="0" parTransId="{B9AA0999-3694-4762-9B18-3A7708F2358E}" sibTransId="{7F5C8819-600A-46E6-8DE2-A3D0871B7F33}"/>
    <dgm:cxn modelId="{946D5E1C-F9AF-43FD-9CE1-F6460E3DDAE1}" type="presOf" srcId="{2D01F59A-06F5-4D71-B1CD-8686ABADCFA5}" destId="{BE58062B-04E1-4492-A978-57323F0EAF3B}" srcOrd="0" destOrd="0" presId="urn:microsoft.com/office/officeart/2005/8/layout/orgChart1"/>
    <dgm:cxn modelId="{165BF325-4D12-4A77-82E1-2E515ABE6118}" type="presOf" srcId="{B9AA0999-3694-4762-9B18-3A7708F2358E}" destId="{CEAE845C-4F6F-4280-B37F-1F1087889897}" srcOrd="0" destOrd="0" presId="urn:microsoft.com/office/officeart/2005/8/layout/orgChart1"/>
    <dgm:cxn modelId="{26411C32-154A-4B7C-8D41-1DB74B3C47F7}" type="presParOf" srcId="{298D4AFE-2E7C-4C43-A3BE-887DD9E3B4F0}" destId="{0FE3CB7A-A0D4-4E66-914D-E5AEC1674B04}" srcOrd="0" destOrd="0" presId="urn:microsoft.com/office/officeart/2005/8/layout/orgChart1"/>
    <dgm:cxn modelId="{5B83D23C-3971-4DF4-B374-38282B27FC16}" type="presParOf" srcId="{0FE3CB7A-A0D4-4E66-914D-E5AEC1674B04}" destId="{44A8A1A4-CB93-4A03-98CA-640162AE70F8}" srcOrd="0" destOrd="0" presId="urn:microsoft.com/office/officeart/2005/8/layout/orgChart1"/>
    <dgm:cxn modelId="{BA7B2B37-146F-4B54-85F3-40E3E1EB604C}" type="presParOf" srcId="{44A8A1A4-CB93-4A03-98CA-640162AE70F8}" destId="{C0B50D47-CFBB-45FA-9242-45EA47725B8D}" srcOrd="0" destOrd="0" presId="urn:microsoft.com/office/officeart/2005/8/layout/orgChart1"/>
    <dgm:cxn modelId="{3DA4D7BF-3375-4C44-9915-FF0004C01702}" type="presParOf" srcId="{44A8A1A4-CB93-4A03-98CA-640162AE70F8}" destId="{73BA4DE1-2461-4C29-8AAB-ADC9F91F5FAC}" srcOrd="1" destOrd="0" presId="urn:microsoft.com/office/officeart/2005/8/layout/orgChart1"/>
    <dgm:cxn modelId="{5F10B5CD-AF66-48AD-B4EA-1404E74AABEA}" type="presParOf" srcId="{0FE3CB7A-A0D4-4E66-914D-E5AEC1674B04}" destId="{244F8A59-0929-4E39-B091-C34F07BA42BC}" srcOrd="1" destOrd="0" presId="urn:microsoft.com/office/officeart/2005/8/layout/orgChart1"/>
    <dgm:cxn modelId="{599213C8-B5A1-4801-B157-DF1ACC5BB014}" type="presParOf" srcId="{244F8A59-0929-4E39-B091-C34F07BA42BC}" destId="{CEAE845C-4F6F-4280-B37F-1F1087889897}" srcOrd="0" destOrd="0" presId="urn:microsoft.com/office/officeart/2005/8/layout/orgChart1"/>
    <dgm:cxn modelId="{F7DBA1D2-FF29-4FB9-9EF7-C701A40EC2DD}" type="presParOf" srcId="{244F8A59-0929-4E39-B091-C34F07BA42BC}" destId="{5DDC4304-042E-4C9B-8418-A2BBEF000C37}" srcOrd="1" destOrd="0" presId="urn:microsoft.com/office/officeart/2005/8/layout/orgChart1"/>
    <dgm:cxn modelId="{55892E73-6517-480E-A854-4581B1B2B2C0}" type="presParOf" srcId="{5DDC4304-042E-4C9B-8418-A2BBEF000C37}" destId="{8FD5F0B1-F70B-4C1A-A2A3-C0600CC258C0}" srcOrd="0" destOrd="0" presId="urn:microsoft.com/office/officeart/2005/8/layout/orgChart1"/>
    <dgm:cxn modelId="{627DF659-3017-4146-A4A4-DB6081EA4BE2}" type="presParOf" srcId="{8FD5F0B1-F70B-4C1A-A2A3-C0600CC258C0}" destId="{54007BF0-8636-4418-8144-D6008F464C17}" srcOrd="0" destOrd="0" presId="urn:microsoft.com/office/officeart/2005/8/layout/orgChart1"/>
    <dgm:cxn modelId="{18C34579-316E-4FED-8B3E-7DF548797D91}" type="presParOf" srcId="{8FD5F0B1-F70B-4C1A-A2A3-C0600CC258C0}" destId="{52550569-B2D9-4657-AD3B-44C3BE968600}" srcOrd="1" destOrd="0" presId="urn:microsoft.com/office/officeart/2005/8/layout/orgChart1"/>
    <dgm:cxn modelId="{F7F14639-6AA1-4108-B02F-9B6981C696F1}" type="presParOf" srcId="{5DDC4304-042E-4C9B-8418-A2BBEF000C37}" destId="{86A033C2-3FAB-4FE7-BC80-3F4363B9CAD4}" srcOrd="1" destOrd="0" presId="urn:microsoft.com/office/officeart/2005/8/layout/orgChart1"/>
    <dgm:cxn modelId="{5BA346BF-D4F9-4125-9653-85FD000C46F5}" type="presParOf" srcId="{5DDC4304-042E-4C9B-8418-A2BBEF000C37}" destId="{38BADBF8-3A18-4516-A95C-C8A737780914}" srcOrd="2" destOrd="0" presId="urn:microsoft.com/office/officeart/2005/8/layout/orgChart1"/>
    <dgm:cxn modelId="{BCF61278-2114-468E-949F-3F29EF3DBBAD}" type="presParOf" srcId="{244F8A59-0929-4E39-B091-C34F07BA42BC}" destId="{CCBDBCE4-7BFD-4051-9D97-576CB84928AF}" srcOrd="2" destOrd="0" presId="urn:microsoft.com/office/officeart/2005/8/layout/orgChart1"/>
    <dgm:cxn modelId="{2DB53DAE-EDDA-4CCA-8504-95F6D596D3C8}" type="presParOf" srcId="{244F8A59-0929-4E39-B091-C34F07BA42BC}" destId="{334E3E7C-C624-44BD-BC0C-4E0F0D283E3B}" srcOrd="3" destOrd="0" presId="urn:microsoft.com/office/officeart/2005/8/layout/orgChart1"/>
    <dgm:cxn modelId="{AFBA965C-EB35-48C8-955A-959E5A0C5470}" type="presParOf" srcId="{334E3E7C-C624-44BD-BC0C-4E0F0D283E3B}" destId="{98ADADF0-1815-4ED5-A46B-9E31DB3DA05A}" srcOrd="0" destOrd="0" presId="urn:microsoft.com/office/officeart/2005/8/layout/orgChart1"/>
    <dgm:cxn modelId="{C0BE9E48-ACF0-44BA-AAA1-4503C9B52880}" type="presParOf" srcId="{98ADADF0-1815-4ED5-A46B-9E31DB3DA05A}" destId="{43BA60E2-48AB-4664-96CE-F57B06F67C26}" srcOrd="0" destOrd="0" presId="urn:microsoft.com/office/officeart/2005/8/layout/orgChart1"/>
    <dgm:cxn modelId="{E9994DCC-DF3E-479D-88C6-772491046233}" type="presParOf" srcId="{98ADADF0-1815-4ED5-A46B-9E31DB3DA05A}" destId="{44BB4112-5187-444F-92DB-80F21BA0971D}" srcOrd="1" destOrd="0" presId="urn:microsoft.com/office/officeart/2005/8/layout/orgChart1"/>
    <dgm:cxn modelId="{F523ACA1-B348-4E05-AECC-FEE96DB533E0}" type="presParOf" srcId="{334E3E7C-C624-44BD-BC0C-4E0F0D283E3B}" destId="{8F49A900-0528-44B9-9BAF-E7A2E9D53D2F}" srcOrd="1" destOrd="0" presId="urn:microsoft.com/office/officeart/2005/8/layout/orgChart1"/>
    <dgm:cxn modelId="{DE29FF2E-22E4-40F5-A814-CED929BFE47E}" type="presParOf" srcId="{334E3E7C-C624-44BD-BC0C-4E0F0D283E3B}" destId="{85B0FB24-45CA-4603-8F5A-A4E902208509}" srcOrd="2" destOrd="0" presId="urn:microsoft.com/office/officeart/2005/8/layout/orgChart1"/>
    <dgm:cxn modelId="{D7820FA7-4B8B-44DE-B7F4-51201956E135}" type="presParOf" srcId="{244F8A59-0929-4E39-B091-C34F07BA42BC}" destId="{3FE8BE4B-AFBF-4207-BA72-36D5642CACFF}" srcOrd="4" destOrd="0" presId="urn:microsoft.com/office/officeart/2005/8/layout/orgChart1"/>
    <dgm:cxn modelId="{D2A6728B-725B-4382-A9D6-81B743E861DD}" type="presParOf" srcId="{244F8A59-0929-4E39-B091-C34F07BA42BC}" destId="{B1E5CF1C-B516-4B18-B29E-A610791EA5E5}" srcOrd="5" destOrd="0" presId="urn:microsoft.com/office/officeart/2005/8/layout/orgChart1"/>
    <dgm:cxn modelId="{AE4FE08E-0A0D-40B7-98BF-DD92ED0F0853}" type="presParOf" srcId="{B1E5CF1C-B516-4B18-B29E-A610791EA5E5}" destId="{573EA845-F5C5-4001-970A-066EFA7F78DE}" srcOrd="0" destOrd="0" presId="urn:microsoft.com/office/officeart/2005/8/layout/orgChart1"/>
    <dgm:cxn modelId="{BB64531B-9291-4FD8-B0FD-2ABD6913FF1C}" type="presParOf" srcId="{573EA845-F5C5-4001-970A-066EFA7F78DE}" destId="{BE58062B-04E1-4492-A978-57323F0EAF3B}" srcOrd="0" destOrd="0" presId="urn:microsoft.com/office/officeart/2005/8/layout/orgChart1"/>
    <dgm:cxn modelId="{C78C3F6E-CD4D-4F4C-AA43-92EBA12620D5}" type="presParOf" srcId="{573EA845-F5C5-4001-970A-066EFA7F78DE}" destId="{5C396843-609E-460F-A70E-E3F54A52ADC2}" srcOrd="1" destOrd="0" presId="urn:microsoft.com/office/officeart/2005/8/layout/orgChart1"/>
    <dgm:cxn modelId="{85A77EAF-1D98-473D-AEA8-6CC555BD8E40}" type="presParOf" srcId="{B1E5CF1C-B516-4B18-B29E-A610791EA5E5}" destId="{FE83380C-36D5-483A-B33B-B24EFFC186FD}" srcOrd="1" destOrd="0" presId="urn:microsoft.com/office/officeart/2005/8/layout/orgChart1"/>
    <dgm:cxn modelId="{59F2B0BD-6E61-4585-B3A2-4480B1952345}" type="presParOf" srcId="{B1E5CF1C-B516-4B18-B29E-A610791EA5E5}" destId="{9F34E885-8E8B-421F-B5DD-19F6CBA2FBDB}" srcOrd="2" destOrd="0" presId="urn:microsoft.com/office/officeart/2005/8/layout/orgChart1"/>
    <dgm:cxn modelId="{E823D9F5-A54D-4B80-95B9-7210C1991D67}" type="presParOf" srcId="{0FE3CB7A-A0D4-4E66-914D-E5AEC1674B04}" destId="{2737AEC0-B9AB-4707-82DE-F8A760A9AB1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C17BACF-3A8D-450C-8959-3A3A4081A72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ES"/>
        </a:p>
      </dgm:t>
    </dgm:pt>
    <dgm:pt modelId="{8DCFBF1E-5838-4126-BEB7-29EAE08DD6FB}">
      <dgm:prSet phldrT="[Texto]" custT="1"/>
      <dgm:spPr>
        <a:solidFill>
          <a:srgbClr val="1B63C3"/>
        </a:solidFill>
        <a:ln>
          <a:solidFill>
            <a:schemeClr val="bg1"/>
          </a:solidFill>
        </a:ln>
      </dgm:spPr>
      <dgm:t>
        <a:bodyPr/>
        <a:lstStyle/>
        <a:p>
          <a:pPr>
            <a:lnSpc>
              <a:spcPct val="150000"/>
            </a:lnSpc>
          </a:pPr>
          <a:r>
            <a:rPr lang="es-ES" sz="1600" b="1" dirty="0">
              <a:solidFill>
                <a:schemeClr val="bg1"/>
              </a:solidFill>
              <a:latin typeface="Times New Roman" panose="02020603050405020304" pitchFamily="18" charset="0"/>
              <a:cs typeface="Times New Roman" panose="02020603050405020304" pitchFamily="18" charset="0"/>
            </a:rPr>
            <a:t>Desarrollar </a:t>
          </a:r>
          <a:r>
            <a:rPr lang="es-ES" sz="1600" b="1" cap="none" spc="0" dirty="0">
              <a:ln w="0"/>
              <a:solidFill>
                <a:schemeClr val="bg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una</a:t>
          </a:r>
          <a:r>
            <a:rPr lang="es-ES" sz="1600" b="1" dirty="0">
              <a:solidFill>
                <a:schemeClr val="bg1"/>
              </a:solidFill>
              <a:latin typeface="Times New Roman" panose="02020603050405020304" pitchFamily="18" charset="0"/>
              <a:cs typeface="Times New Roman" panose="02020603050405020304" pitchFamily="18" charset="0"/>
            </a:rPr>
            <a:t> Aplicación Móvil de Realidad Virtual No Inmersiva para la evaluación de Deterioro Cognitivo en el Proceso de Selección de Personal en la Dirección de Evaluación y Apoyo Psicológico de la Unimar</a:t>
          </a:r>
        </a:p>
      </dgm:t>
    </dgm:pt>
    <dgm:pt modelId="{92282AD3-42C2-4A39-8463-EE25EE4CF6F7}" type="parTrans" cxnId="{F604EB77-A15A-4614-AF67-1619D695E92C}">
      <dgm:prSet/>
      <dgm:spPr/>
      <dgm:t>
        <a:bodyPr/>
        <a:lstStyle/>
        <a:p>
          <a:pPr>
            <a:lnSpc>
              <a:spcPct val="150000"/>
            </a:lnSpc>
          </a:pPr>
          <a:endParaRPr lang="es-ES" sz="1600">
            <a:latin typeface="Times New Roman" panose="02020603050405020304" pitchFamily="18" charset="0"/>
            <a:cs typeface="Times New Roman" panose="02020603050405020304" pitchFamily="18" charset="0"/>
          </a:endParaRPr>
        </a:p>
      </dgm:t>
    </dgm:pt>
    <dgm:pt modelId="{755A94FE-DBBE-4260-949A-4652BCE08738}" type="sibTrans" cxnId="{F604EB77-A15A-4614-AF67-1619D695E92C}">
      <dgm:prSet/>
      <dgm:spPr/>
      <dgm:t>
        <a:bodyPr/>
        <a:lstStyle/>
        <a:p>
          <a:pPr>
            <a:lnSpc>
              <a:spcPct val="150000"/>
            </a:lnSpc>
          </a:pPr>
          <a:endParaRPr lang="es-ES" sz="1600">
            <a:latin typeface="Times New Roman" panose="02020603050405020304" pitchFamily="18" charset="0"/>
            <a:cs typeface="Times New Roman" panose="02020603050405020304" pitchFamily="18" charset="0"/>
          </a:endParaRPr>
        </a:p>
      </dgm:t>
    </dgm:pt>
    <dgm:pt modelId="{11AFBF5D-6A04-484A-B87D-A861153BD20F}">
      <dgm:prSet phldrT="[Texto]" custT="1"/>
      <dgm:spPr>
        <a:solidFill>
          <a:srgbClr val="1B63C3"/>
        </a:solidFill>
      </dgm:spPr>
      <dgm:t>
        <a:bodyPr/>
        <a:lstStyle/>
        <a:p>
          <a:pPr>
            <a:lnSpc>
              <a:spcPct val="150000"/>
            </a:lnSpc>
          </a:pPr>
          <a:r>
            <a:rPr lang="es-ES" sz="1600" b="1" dirty="0">
              <a:latin typeface="Times New Roman" panose="02020603050405020304" pitchFamily="18" charset="0"/>
              <a:cs typeface="Times New Roman" panose="02020603050405020304" pitchFamily="18" charset="0"/>
            </a:rPr>
            <a:t>Determinar la opinión de las personas acerca de la Aplicación Móvil de Realidad Virtual No Inmersiva.</a:t>
          </a:r>
        </a:p>
      </dgm:t>
    </dgm:pt>
    <dgm:pt modelId="{B9AA0999-3694-4762-9B18-3A7708F2358E}" type="parTrans" cxnId="{EFCA60D4-0D3F-4B10-9439-7B79BD264550}">
      <dgm:prSet/>
      <dgm:spPr>
        <a:ln w="38100">
          <a:solidFill>
            <a:schemeClr val="tx1"/>
          </a:solidFill>
        </a:ln>
      </dgm:spPr>
      <dgm:t>
        <a:bodyPr/>
        <a:lstStyle/>
        <a:p>
          <a:pPr>
            <a:lnSpc>
              <a:spcPct val="150000"/>
            </a:lnSpc>
          </a:pPr>
          <a:endParaRPr lang="es-ES" sz="1600">
            <a:latin typeface="Times New Roman" panose="02020603050405020304" pitchFamily="18" charset="0"/>
            <a:cs typeface="Times New Roman" panose="02020603050405020304" pitchFamily="18" charset="0"/>
          </a:endParaRPr>
        </a:p>
      </dgm:t>
    </dgm:pt>
    <dgm:pt modelId="{7F5C8819-600A-46E6-8DE2-A3D0871B7F33}" type="sibTrans" cxnId="{EFCA60D4-0D3F-4B10-9439-7B79BD264550}">
      <dgm:prSet/>
      <dgm:spPr/>
      <dgm:t>
        <a:bodyPr/>
        <a:lstStyle/>
        <a:p>
          <a:pPr>
            <a:lnSpc>
              <a:spcPct val="150000"/>
            </a:lnSpc>
          </a:pPr>
          <a:endParaRPr lang="es-ES" sz="1600">
            <a:latin typeface="Times New Roman" panose="02020603050405020304" pitchFamily="18" charset="0"/>
            <a:cs typeface="Times New Roman" panose="02020603050405020304" pitchFamily="18" charset="0"/>
          </a:endParaRPr>
        </a:p>
      </dgm:t>
    </dgm:pt>
    <dgm:pt modelId="{CD37D158-DE0B-484A-BAD8-0C61BB310571}">
      <dgm:prSet phldrT="[Texto]" custT="1"/>
      <dgm:spPr>
        <a:solidFill>
          <a:srgbClr val="1B63C3"/>
        </a:solidFill>
      </dgm:spPr>
      <dgm:t>
        <a:bodyPr/>
        <a:lstStyle/>
        <a:p>
          <a:pPr>
            <a:lnSpc>
              <a:spcPct val="150000"/>
            </a:lnSpc>
          </a:pPr>
          <a:r>
            <a:rPr lang="es-ES" sz="1600" b="1" dirty="0">
              <a:latin typeface="Times New Roman" panose="02020603050405020304" pitchFamily="18" charset="0"/>
              <a:cs typeface="Times New Roman" panose="02020603050405020304" pitchFamily="18" charset="0"/>
            </a:rPr>
            <a:t>Comparar esta nueva Aplicación con otras Aplicaciones de RV No Inmersiva que evalúen Deterioro Cognitivo.</a:t>
          </a:r>
        </a:p>
      </dgm:t>
    </dgm:pt>
    <dgm:pt modelId="{96A5A15D-2F9F-48F4-8F78-661E01F762ED}" type="parTrans" cxnId="{1EB764FA-CFA8-4043-8223-6B30D0B381E1}">
      <dgm:prSet/>
      <dgm:spPr>
        <a:ln w="38100">
          <a:solidFill>
            <a:schemeClr val="tx1"/>
          </a:solidFill>
        </a:ln>
      </dgm:spPr>
      <dgm:t>
        <a:bodyPr/>
        <a:lstStyle/>
        <a:p>
          <a:pPr>
            <a:lnSpc>
              <a:spcPct val="150000"/>
            </a:lnSpc>
          </a:pPr>
          <a:endParaRPr lang="es-ES" sz="1600">
            <a:latin typeface="Times New Roman" panose="02020603050405020304" pitchFamily="18" charset="0"/>
            <a:cs typeface="Times New Roman" panose="02020603050405020304" pitchFamily="18" charset="0"/>
          </a:endParaRPr>
        </a:p>
      </dgm:t>
    </dgm:pt>
    <dgm:pt modelId="{8ADCBE49-8408-4ABB-B9C2-102D80B4A95D}" type="sibTrans" cxnId="{1EB764FA-CFA8-4043-8223-6B30D0B381E1}">
      <dgm:prSet/>
      <dgm:spPr/>
      <dgm:t>
        <a:bodyPr/>
        <a:lstStyle/>
        <a:p>
          <a:pPr>
            <a:lnSpc>
              <a:spcPct val="150000"/>
            </a:lnSpc>
          </a:pPr>
          <a:endParaRPr lang="es-ES" sz="1600">
            <a:latin typeface="Times New Roman" panose="02020603050405020304" pitchFamily="18" charset="0"/>
            <a:cs typeface="Times New Roman" panose="02020603050405020304" pitchFamily="18" charset="0"/>
          </a:endParaRPr>
        </a:p>
      </dgm:t>
    </dgm:pt>
    <dgm:pt modelId="{F4E22891-B731-4C9E-A488-1FACA391341B}">
      <dgm:prSet phldrT="[Texto]" custT="1"/>
      <dgm:spPr>
        <a:solidFill>
          <a:srgbClr val="1B63C3"/>
        </a:solidFill>
      </dgm:spPr>
      <dgm:t>
        <a:bodyPr/>
        <a:lstStyle/>
        <a:p>
          <a:pPr>
            <a:lnSpc>
              <a:spcPct val="150000"/>
            </a:lnSpc>
          </a:pPr>
          <a:r>
            <a:rPr lang="es-ES" sz="1600" b="1" dirty="0">
              <a:latin typeface="Times New Roman" panose="02020603050405020304" pitchFamily="18" charset="0"/>
              <a:cs typeface="Times New Roman" panose="02020603050405020304" pitchFamily="18" charset="0"/>
            </a:rPr>
            <a:t>Examinar el funcionamiento de la Aplicación una vez finalizada por medio de un móvil.</a:t>
          </a:r>
        </a:p>
      </dgm:t>
    </dgm:pt>
    <dgm:pt modelId="{39FFD630-3862-4FD8-8952-1CF0EC6A469A}" type="parTrans" cxnId="{9728B7D4-8153-40EE-BDCC-164EA5ADD3CB}">
      <dgm:prSet/>
      <dgm:spPr>
        <a:ln w="38100">
          <a:solidFill>
            <a:schemeClr val="tx1"/>
          </a:solidFill>
        </a:ln>
      </dgm:spPr>
      <dgm:t>
        <a:bodyPr/>
        <a:lstStyle/>
        <a:p>
          <a:pPr>
            <a:lnSpc>
              <a:spcPct val="150000"/>
            </a:lnSpc>
          </a:pPr>
          <a:endParaRPr lang="es-ES" sz="1600">
            <a:latin typeface="Times New Roman" panose="02020603050405020304" pitchFamily="18" charset="0"/>
            <a:cs typeface="Times New Roman" panose="02020603050405020304" pitchFamily="18" charset="0"/>
          </a:endParaRPr>
        </a:p>
      </dgm:t>
    </dgm:pt>
    <dgm:pt modelId="{93E45618-5CAE-4988-A756-3FFF4069C1FE}" type="sibTrans" cxnId="{9728B7D4-8153-40EE-BDCC-164EA5ADD3CB}">
      <dgm:prSet/>
      <dgm:spPr/>
      <dgm:t>
        <a:bodyPr/>
        <a:lstStyle/>
        <a:p>
          <a:pPr>
            <a:lnSpc>
              <a:spcPct val="150000"/>
            </a:lnSpc>
          </a:pPr>
          <a:endParaRPr lang="es-ES" sz="1600">
            <a:latin typeface="Times New Roman" panose="02020603050405020304" pitchFamily="18" charset="0"/>
            <a:cs typeface="Times New Roman" panose="02020603050405020304" pitchFamily="18" charset="0"/>
          </a:endParaRPr>
        </a:p>
      </dgm:t>
    </dgm:pt>
    <dgm:pt modelId="{B9980946-480D-45DA-BF9A-52164FFDA5F1}">
      <dgm:prSet phldrT="[Texto]" custT="1"/>
      <dgm:spPr>
        <a:solidFill>
          <a:srgbClr val="1B63C3"/>
        </a:solidFill>
      </dgm:spPr>
      <dgm:t>
        <a:bodyPr/>
        <a:lstStyle/>
        <a:p>
          <a:pPr>
            <a:lnSpc>
              <a:spcPct val="150000"/>
            </a:lnSpc>
          </a:pPr>
          <a:r>
            <a:rPr lang="es-ES" sz="1600" b="1" dirty="0">
              <a:latin typeface="Times New Roman" panose="02020603050405020304" pitchFamily="18" charset="0"/>
              <a:cs typeface="Times New Roman" panose="02020603050405020304" pitchFamily="18" charset="0"/>
            </a:rPr>
            <a:t>Determinar un análisis de errores, luego de la realización de la propuesta. </a:t>
          </a:r>
        </a:p>
      </dgm:t>
    </dgm:pt>
    <dgm:pt modelId="{B8E8D302-449B-486F-AD43-67899AF47F45}" type="parTrans" cxnId="{690EB864-7CB2-4592-B15D-D534D5BC5153}">
      <dgm:prSet>
        <dgm:style>
          <a:lnRef idx="3">
            <a:schemeClr val="accent4"/>
          </a:lnRef>
          <a:fillRef idx="0">
            <a:schemeClr val="accent4"/>
          </a:fillRef>
          <a:effectRef idx="2">
            <a:schemeClr val="accent4"/>
          </a:effectRef>
          <a:fontRef idx="minor">
            <a:schemeClr val="tx1"/>
          </a:fontRef>
        </dgm:style>
      </dgm:prSet>
      <dgm:spPr>
        <a:ln>
          <a:solidFill>
            <a:schemeClr val="tx1"/>
          </a:solidFill>
        </a:ln>
      </dgm:spPr>
      <dgm:t>
        <a:bodyPr/>
        <a:lstStyle/>
        <a:p>
          <a:pPr>
            <a:lnSpc>
              <a:spcPct val="150000"/>
            </a:lnSpc>
          </a:pPr>
          <a:endParaRPr lang="es-VE" sz="1600">
            <a:latin typeface="Times New Roman" panose="02020603050405020304" pitchFamily="18" charset="0"/>
            <a:cs typeface="Times New Roman" panose="02020603050405020304" pitchFamily="18" charset="0"/>
          </a:endParaRPr>
        </a:p>
      </dgm:t>
    </dgm:pt>
    <dgm:pt modelId="{05021F03-53D6-4EBB-AAED-672B80550A78}" type="sibTrans" cxnId="{690EB864-7CB2-4592-B15D-D534D5BC5153}">
      <dgm:prSet/>
      <dgm:spPr/>
      <dgm:t>
        <a:bodyPr/>
        <a:lstStyle/>
        <a:p>
          <a:pPr>
            <a:lnSpc>
              <a:spcPct val="150000"/>
            </a:lnSpc>
          </a:pPr>
          <a:endParaRPr lang="es-VE" sz="1600">
            <a:latin typeface="Times New Roman" panose="02020603050405020304" pitchFamily="18" charset="0"/>
            <a:cs typeface="Times New Roman" panose="02020603050405020304" pitchFamily="18" charset="0"/>
          </a:endParaRPr>
        </a:p>
      </dgm:t>
    </dgm:pt>
    <dgm:pt modelId="{3AE5FB80-6C0D-4C6B-AFA3-636F317CC39A}" type="pres">
      <dgm:prSet presAssocID="{0C17BACF-3A8D-450C-8959-3A3A4081A724}" presName="hierChild1" presStyleCnt="0">
        <dgm:presLayoutVars>
          <dgm:orgChart val="1"/>
          <dgm:chPref val="1"/>
          <dgm:dir/>
          <dgm:animOne val="branch"/>
          <dgm:animLvl val="lvl"/>
          <dgm:resizeHandles/>
        </dgm:presLayoutVars>
      </dgm:prSet>
      <dgm:spPr/>
      <dgm:t>
        <a:bodyPr/>
        <a:lstStyle/>
        <a:p>
          <a:endParaRPr lang="es-ES"/>
        </a:p>
      </dgm:t>
    </dgm:pt>
    <dgm:pt modelId="{FD0121BD-463A-4E05-AF35-5A280CD94D59}" type="pres">
      <dgm:prSet presAssocID="{8DCFBF1E-5838-4126-BEB7-29EAE08DD6FB}" presName="hierRoot1" presStyleCnt="0">
        <dgm:presLayoutVars>
          <dgm:hierBranch val="init"/>
        </dgm:presLayoutVars>
      </dgm:prSet>
      <dgm:spPr/>
    </dgm:pt>
    <dgm:pt modelId="{E6F2E37E-F3C3-463E-A73D-248579D9FF76}" type="pres">
      <dgm:prSet presAssocID="{8DCFBF1E-5838-4126-BEB7-29EAE08DD6FB}" presName="rootComposite1" presStyleCnt="0"/>
      <dgm:spPr/>
    </dgm:pt>
    <dgm:pt modelId="{51B882F7-2CF5-4F95-B060-EA463BC277A5}" type="pres">
      <dgm:prSet presAssocID="{8DCFBF1E-5838-4126-BEB7-29EAE08DD6FB}" presName="rootText1" presStyleLbl="node0" presStyleIdx="0" presStyleCnt="1" custScaleX="199527" custScaleY="243485" custLinFactNeighborY="-34603">
        <dgm:presLayoutVars>
          <dgm:chPref val="3"/>
        </dgm:presLayoutVars>
      </dgm:prSet>
      <dgm:spPr/>
      <dgm:t>
        <a:bodyPr/>
        <a:lstStyle/>
        <a:p>
          <a:endParaRPr lang="es-ES"/>
        </a:p>
      </dgm:t>
    </dgm:pt>
    <dgm:pt modelId="{54E11DEB-DF49-47B3-BDB5-5FEED068DA75}" type="pres">
      <dgm:prSet presAssocID="{8DCFBF1E-5838-4126-BEB7-29EAE08DD6FB}" presName="rootConnector1" presStyleLbl="node1" presStyleIdx="0" presStyleCnt="0"/>
      <dgm:spPr/>
      <dgm:t>
        <a:bodyPr/>
        <a:lstStyle/>
        <a:p>
          <a:endParaRPr lang="es-ES"/>
        </a:p>
      </dgm:t>
    </dgm:pt>
    <dgm:pt modelId="{3F58D8C6-D57F-4E9E-8AFE-76CBF836A478}" type="pres">
      <dgm:prSet presAssocID="{8DCFBF1E-5838-4126-BEB7-29EAE08DD6FB}" presName="hierChild2" presStyleCnt="0"/>
      <dgm:spPr/>
    </dgm:pt>
    <dgm:pt modelId="{00436D49-EB1B-4A1B-9E4B-AE3F434BB823}" type="pres">
      <dgm:prSet presAssocID="{B9AA0999-3694-4762-9B18-3A7708F2358E}" presName="Name37" presStyleLbl="parChTrans1D2" presStyleIdx="0" presStyleCnt="4"/>
      <dgm:spPr/>
      <dgm:t>
        <a:bodyPr/>
        <a:lstStyle/>
        <a:p>
          <a:endParaRPr lang="es-ES"/>
        </a:p>
      </dgm:t>
    </dgm:pt>
    <dgm:pt modelId="{A84566A5-0FE8-4638-8C11-62CCC9480AA2}" type="pres">
      <dgm:prSet presAssocID="{11AFBF5D-6A04-484A-B87D-A861153BD20F}" presName="hierRoot2" presStyleCnt="0">
        <dgm:presLayoutVars>
          <dgm:hierBranch val="init"/>
        </dgm:presLayoutVars>
      </dgm:prSet>
      <dgm:spPr/>
    </dgm:pt>
    <dgm:pt modelId="{A8B05D85-CF0B-401D-9406-771A36B381D6}" type="pres">
      <dgm:prSet presAssocID="{11AFBF5D-6A04-484A-B87D-A861153BD20F}" presName="rootComposite" presStyleCnt="0"/>
      <dgm:spPr/>
    </dgm:pt>
    <dgm:pt modelId="{D2C1DC45-F4A9-4147-8B1D-9909BE4F551C}" type="pres">
      <dgm:prSet presAssocID="{11AFBF5D-6A04-484A-B87D-A861153BD20F}" presName="rootText" presStyleLbl="node2" presStyleIdx="0" presStyleCnt="4" custScaleY="233776">
        <dgm:presLayoutVars>
          <dgm:chPref val="3"/>
        </dgm:presLayoutVars>
      </dgm:prSet>
      <dgm:spPr/>
      <dgm:t>
        <a:bodyPr/>
        <a:lstStyle/>
        <a:p>
          <a:endParaRPr lang="es-ES"/>
        </a:p>
      </dgm:t>
    </dgm:pt>
    <dgm:pt modelId="{DC219C03-D1CA-4095-8F9F-831902B07380}" type="pres">
      <dgm:prSet presAssocID="{11AFBF5D-6A04-484A-B87D-A861153BD20F}" presName="rootConnector" presStyleLbl="node2" presStyleIdx="0" presStyleCnt="4"/>
      <dgm:spPr/>
      <dgm:t>
        <a:bodyPr/>
        <a:lstStyle/>
        <a:p>
          <a:endParaRPr lang="es-ES"/>
        </a:p>
      </dgm:t>
    </dgm:pt>
    <dgm:pt modelId="{3EB144A3-28DB-4C94-913F-E6617552A43F}" type="pres">
      <dgm:prSet presAssocID="{11AFBF5D-6A04-484A-B87D-A861153BD20F}" presName="hierChild4" presStyleCnt="0"/>
      <dgm:spPr/>
    </dgm:pt>
    <dgm:pt modelId="{C0512B35-75D1-41FE-8338-EEB32C6CED0D}" type="pres">
      <dgm:prSet presAssocID="{11AFBF5D-6A04-484A-B87D-A861153BD20F}" presName="hierChild5" presStyleCnt="0"/>
      <dgm:spPr/>
    </dgm:pt>
    <dgm:pt modelId="{9808A290-D6E2-4A02-B45D-0B7A4B54F22A}" type="pres">
      <dgm:prSet presAssocID="{96A5A15D-2F9F-48F4-8F78-661E01F762ED}" presName="Name37" presStyleLbl="parChTrans1D2" presStyleIdx="1" presStyleCnt="4"/>
      <dgm:spPr/>
      <dgm:t>
        <a:bodyPr/>
        <a:lstStyle/>
        <a:p>
          <a:endParaRPr lang="es-ES"/>
        </a:p>
      </dgm:t>
    </dgm:pt>
    <dgm:pt modelId="{98B3AF9F-FB4D-498F-B479-9A43E90E7BC1}" type="pres">
      <dgm:prSet presAssocID="{CD37D158-DE0B-484A-BAD8-0C61BB310571}" presName="hierRoot2" presStyleCnt="0">
        <dgm:presLayoutVars>
          <dgm:hierBranch val="init"/>
        </dgm:presLayoutVars>
      </dgm:prSet>
      <dgm:spPr/>
    </dgm:pt>
    <dgm:pt modelId="{7B67CFC2-8D3F-4FC0-B3AD-4EF01EC5FF6E}" type="pres">
      <dgm:prSet presAssocID="{CD37D158-DE0B-484A-BAD8-0C61BB310571}" presName="rootComposite" presStyleCnt="0"/>
      <dgm:spPr/>
    </dgm:pt>
    <dgm:pt modelId="{98DE58B6-F2F0-4C9C-8288-03EA78A87C2E}" type="pres">
      <dgm:prSet presAssocID="{CD37D158-DE0B-484A-BAD8-0C61BB310571}" presName="rootText" presStyleLbl="node2" presStyleIdx="1" presStyleCnt="4" custScaleY="243147">
        <dgm:presLayoutVars>
          <dgm:chPref val="3"/>
        </dgm:presLayoutVars>
      </dgm:prSet>
      <dgm:spPr/>
      <dgm:t>
        <a:bodyPr/>
        <a:lstStyle/>
        <a:p>
          <a:endParaRPr lang="es-ES"/>
        </a:p>
      </dgm:t>
    </dgm:pt>
    <dgm:pt modelId="{F30E5E88-1BBA-47E3-807E-830CB35495C3}" type="pres">
      <dgm:prSet presAssocID="{CD37D158-DE0B-484A-BAD8-0C61BB310571}" presName="rootConnector" presStyleLbl="node2" presStyleIdx="1" presStyleCnt="4"/>
      <dgm:spPr/>
      <dgm:t>
        <a:bodyPr/>
        <a:lstStyle/>
        <a:p>
          <a:endParaRPr lang="es-ES"/>
        </a:p>
      </dgm:t>
    </dgm:pt>
    <dgm:pt modelId="{E5B8E340-125F-45D3-849F-CC3754F3B991}" type="pres">
      <dgm:prSet presAssocID="{CD37D158-DE0B-484A-BAD8-0C61BB310571}" presName="hierChild4" presStyleCnt="0"/>
      <dgm:spPr/>
    </dgm:pt>
    <dgm:pt modelId="{CE5C5321-C2E1-4386-915A-E36D58BC9CC2}" type="pres">
      <dgm:prSet presAssocID="{CD37D158-DE0B-484A-BAD8-0C61BB310571}" presName="hierChild5" presStyleCnt="0"/>
      <dgm:spPr/>
    </dgm:pt>
    <dgm:pt modelId="{3645EE8B-BDB8-4EE6-9150-205F9AB69A5B}" type="pres">
      <dgm:prSet presAssocID="{39FFD630-3862-4FD8-8952-1CF0EC6A469A}" presName="Name37" presStyleLbl="parChTrans1D2" presStyleIdx="2" presStyleCnt="4"/>
      <dgm:spPr/>
      <dgm:t>
        <a:bodyPr/>
        <a:lstStyle/>
        <a:p>
          <a:endParaRPr lang="es-ES"/>
        </a:p>
      </dgm:t>
    </dgm:pt>
    <dgm:pt modelId="{304FBBFE-11F5-42F8-A707-C56D14857950}" type="pres">
      <dgm:prSet presAssocID="{F4E22891-B731-4C9E-A488-1FACA391341B}" presName="hierRoot2" presStyleCnt="0">
        <dgm:presLayoutVars>
          <dgm:hierBranch val="init"/>
        </dgm:presLayoutVars>
      </dgm:prSet>
      <dgm:spPr/>
    </dgm:pt>
    <dgm:pt modelId="{69407EFE-544E-4EF7-B579-34683BFD859E}" type="pres">
      <dgm:prSet presAssocID="{F4E22891-B731-4C9E-A488-1FACA391341B}" presName="rootComposite" presStyleCnt="0"/>
      <dgm:spPr/>
    </dgm:pt>
    <dgm:pt modelId="{BD1859A6-C615-4846-8541-D0C216416426}" type="pres">
      <dgm:prSet presAssocID="{F4E22891-B731-4C9E-A488-1FACA391341B}" presName="rootText" presStyleLbl="node2" presStyleIdx="2" presStyleCnt="4" custScaleY="203887">
        <dgm:presLayoutVars>
          <dgm:chPref val="3"/>
        </dgm:presLayoutVars>
      </dgm:prSet>
      <dgm:spPr/>
      <dgm:t>
        <a:bodyPr/>
        <a:lstStyle/>
        <a:p>
          <a:endParaRPr lang="es-ES"/>
        </a:p>
      </dgm:t>
    </dgm:pt>
    <dgm:pt modelId="{B828A0BC-F1B4-414E-B463-46A33D293EDE}" type="pres">
      <dgm:prSet presAssocID="{F4E22891-B731-4C9E-A488-1FACA391341B}" presName="rootConnector" presStyleLbl="node2" presStyleIdx="2" presStyleCnt="4"/>
      <dgm:spPr/>
      <dgm:t>
        <a:bodyPr/>
        <a:lstStyle/>
        <a:p>
          <a:endParaRPr lang="es-ES"/>
        </a:p>
      </dgm:t>
    </dgm:pt>
    <dgm:pt modelId="{6FE249AA-E9F6-4CFA-968B-4A8C26AF7D6D}" type="pres">
      <dgm:prSet presAssocID="{F4E22891-B731-4C9E-A488-1FACA391341B}" presName="hierChild4" presStyleCnt="0"/>
      <dgm:spPr/>
    </dgm:pt>
    <dgm:pt modelId="{C832608F-255E-4D1A-801F-7F5537C8BC0A}" type="pres">
      <dgm:prSet presAssocID="{F4E22891-B731-4C9E-A488-1FACA391341B}" presName="hierChild5" presStyleCnt="0"/>
      <dgm:spPr/>
    </dgm:pt>
    <dgm:pt modelId="{1B5FA1F6-8FC2-4F9F-8F96-7E5D5DE51A1F}" type="pres">
      <dgm:prSet presAssocID="{B8E8D302-449B-486F-AD43-67899AF47F45}" presName="Name37" presStyleLbl="parChTrans1D2" presStyleIdx="3" presStyleCnt="4"/>
      <dgm:spPr/>
      <dgm:t>
        <a:bodyPr/>
        <a:lstStyle/>
        <a:p>
          <a:endParaRPr lang="es-ES"/>
        </a:p>
      </dgm:t>
    </dgm:pt>
    <dgm:pt modelId="{75DB60DE-58AC-4DDD-814B-53B24D36FECC}" type="pres">
      <dgm:prSet presAssocID="{B9980946-480D-45DA-BF9A-52164FFDA5F1}" presName="hierRoot2" presStyleCnt="0">
        <dgm:presLayoutVars>
          <dgm:hierBranch val="init"/>
        </dgm:presLayoutVars>
      </dgm:prSet>
      <dgm:spPr/>
    </dgm:pt>
    <dgm:pt modelId="{E9410445-15FD-4EEF-8C2B-A91F6C75D518}" type="pres">
      <dgm:prSet presAssocID="{B9980946-480D-45DA-BF9A-52164FFDA5F1}" presName="rootComposite" presStyleCnt="0"/>
      <dgm:spPr/>
    </dgm:pt>
    <dgm:pt modelId="{B5F9A0C1-F0D8-401A-AE18-637D7EFED8DF}" type="pres">
      <dgm:prSet presAssocID="{B9980946-480D-45DA-BF9A-52164FFDA5F1}" presName="rootText" presStyleLbl="node2" presStyleIdx="3" presStyleCnt="4" custScaleY="211746">
        <dgm:presLayoutVars>
          <dgm:chPref val="3"/>
        </dgm:presLayoutVars>
      </dgm:prSet>
      <dgm:spPr/>
      <dgm:t>
        <a:bodyPr/>
        <a:lstStyle/>
        <a:p>
          <a:endParaRPr lang="es-ES"/>
        </a:p>
      </dgm:t>
    </dgm:pt>
    <dgm:pt modelId="{D55C2AE7-F1E9-440E-A35D-EC657BF73056}" type="pres">
      <dgm:prSet presAssocID="{B9980946-480D-45DA-BF9A-52164FFDA5F1}" presName="rootConnector" presStyleLbl="node2" presStyleIdx="3" presStyleCnt="4"/>
      <dgm:spPr/>
      <dgm:t>
        <a:bodyPr/>
        <a:lstStyle/>
        <a:p>
          <a:endParaRPr lang="es-ES"/>
        </a:p>
      </dgm:t>
    </dgm:pt>
    <dgm:pt modelId="{4A54F561-FFF0-4E63-AA77-B4A2ACA007AB}" type="pres">
      <dgm:prSet presAssocID="{B9980946-480D-45DA-BF9A-52164FFDA5F1}" presName="hierChild4" presStyleCnt="0"/>
      <dgm:spPr/>
    </dgm:pt>
    <dgm:pt modelId="{7247A464-AA6E-4A12-9364-9BF72DA3DE4A}" type="pres">
      <dgm:prSet presAssocID="{B9980946-480D-45DA-BF9A-52164FFDA5F1}" presName="hierChild5" presStyleCnt="0"/>
      <dgm:spPr/>
    </dgm:pt>
    <dgm:pt modelId="{014A4CE2-91C4-49FB-BE8E-142B2C89503E}" type="pres">
      <dgm:prSet presAssocID="{8DCFBF1E-5838-4126-BEB7-29EAE08DD6FB}" presName="hierChild3" presStyleCnt="0"/>
      <dgm:spPr/>
    </dgm:pt>
  </dgm:ptLst>
  <dgm:cxnLst>
    <dgm:cxn modelId="{F604EB77-A15A-4614-AF67-1619D695E92C}" srcId="{0C17BACF-3A8D-450C-8959-3A3A4081A724}" destId="{8DCFBF1E-5838-4126-BEB7-29EAE08DD6FB}" srcOrd="0" destOrd="0" parTransId="{92282AD3-42C2-4A39-8463-EE25EE4CF6F7}" sibTransId="{755A94FE-DBBE-4260-949A-4652BCE08738}"/>
    <dgm:cxn modelId="{88FEAC97-A091-4327-80DD-74394CED7C93}" type="presOf" srcId="{0C17BACF-3A8D-450C-8959-3A3A4081A724}" destId="{3AE5FB80-6C0D-4C6B-AFA3-636F317CC39A}" srcOrd="0" destOrd="0" presId="urn:microsoft.com/office/officeart/2005/8/layout/orgChart1"/>
    <dgm:cxn modelId="{497216F2-7BBF-4CC8-BC11-90B91D1B0F71}" type="presOf" srcId="{B8E8D302-449B-486F-AD43-67899AF47F45}" destId="{1B5FA1F6-8FC2-4F9F-8F96-7E5D5DE51A1F}" srcOrd="0" destOrd="0" presId="urn:microsoft.com/office/officeart/2005/8/layout/orgChart1"/>
    <dgm:cxn modelId="{690EB864-7CB2-4592-B15D-D534D5BC5153}" srcId="{8DCFBF1E-5838-4126-BEB7-29EAE08DD6FB}" destId="{B9980946-480D-45DA-BF9A-52164FFDA5F1}" srcOrd="3" destOrd="0" parTransId="{B8E8D302-449B-486F-AD43-67899AF47F45}" sibTransId="{05021F03-53D6-4EBB-AAED-672B80550A78}"/>
    <dgm:cxn modelId="{EE6BE530-FDBA-45A6-86D8-665C88CE019C}" type="presOf" srcId="{F4E22891-B731-4C9E-A488-1FACA391341B}" destId="{BD1859A6-C615-4846-8541-D0C216416426}" srcOrd="0" destOrd="0" presId="urn:microsoft.com/office/officeart/2005/8/layout/orgChart1"/>
    <dgm:cxn modelId="{1EB764FA-CFA8-4043-8223-6B30D0B381E1}" srcId="{8DCFBF1E-5838-4126-BEB7-29EAE08DD6FB}" destId="{CD37D158-DE0B-484A-BAD8-0C61BB310571}" srcOrd="1" destOrd="0" parTransId="{96A5A15D-2F9F-48F4-8F78-661E01F762ED}" sibTransId="{8ADCBE49-8408-4ABB-B9C2-102D80B4A95D}"/>
    <dgm:cxn modelId="{260B1670-5FD6-4BB0-8D52-AC3ED52C06D2}" type="presOf" srcId="{B9980946-480D-45DA-BF9A-52164FFDA5F1}" destId="{B5F9A0C1-F0D8-401A-AE18-637D7EFED8DF}" srcOrd="0" destOrd="0" presId="urn:microsoft.com/office/officeart/2005/8/layout/orgChart1"/>
    <dgm:cxn modelId="{AF0D0779-2404-48E1-96C1-A60541B549A1}" type="presOf" srcId="{11AFBF5D-6A04-484A-B87D-A861153BD20F}" destId="{DC219C03-D1CA-4095-8F9F-831902B07380}" srcOrd="1" destOrd="0" presId="urn:microsoft.com/office/officeart/2005/8/layout/orgChart1"/>
    <dgm:cxn modelId="{B9B45F54-0648-4F09-B900-2DE748DC2C8B}" type="presOf" srcId="{B9980946-480D-45DA-BF9A-52164FFDA5F1}" destId="{D55C2AE7-F1E9-440E-A35D-EC657BF73056}" srcOrd="1" destOrd="0" presId="urn:microsoft.com/office/officeart/2005/8/layout/orgChart1"/>
    <dgm:cxn modelId="{410508EA-3B81-47D0-AA20-8CFF2087EE6B}" type="presOf" srcId="{96A5A15D-2F9F-48F4-8F78-661E01F762ED}" destId="{9808A290-D6E2-4A02-B45D-0B7A4B54F22A}" srcOrd="0" destOrd="0" presId="urn:microsoft.com/office/officeart/2005/8/layout/orgChart1"/>
    <dgm:cxn modelId="{7A644A35-08CB-40D9-B8D2-D48342921A06}" type="presOf" srcId="{39FFD630-3862-4FD8-8952-1CF0EC6A469A}" destId="{3645EE8B-BDB8-4EE6-9150-205F9AB69A5B}" srcOrd="0" destOrd="0" presId="urn:microsoft.com/office/officeart/2005/8/layout/orgChart1"/>
    <dgm:cxn modelId="{F61741E4-DA03-4C96-86A2-06C475F09738}" type="presOf" srcId="{CD37D158-DE0B-484A-BAD8-0C61BB310571}" destId="{F30E5E88-1BBA-47E3-807E-830CB35495C3}" srcOrd="1" destOrd="0" presId="urn:microsoft.com/office/officeart/2005/8/layout/orgChart1"/>
    <dgm:cxn modelId="{3C027032-72E4-49BC-8DFE-5BDA5DAA708C}" type="presOf" srcId="{F4E22891-B731-4C9E-A488-1FACA391341B}" destId="{B828A0BC-F1B4-414E-B463-46A33D293EDE}" srcOrd="1" destOrd="0" presId="urn:microsoft.com/office/officeart/2005/8/layout/orgChart1"/>
    <dgm:cxn modelId="{2F152C37-6296-4B35-B7E2-A3A6C0278EF6}" type="presOf" srcId="{B9AA0999-3694-4762-9B18-3A7708F2358E}" destId="{00436D49-EB1B-4A1B-9E4B-AE3F434BB823}" srcOrd="0" destOrd="0" presId="urn:microsoft.com/office/officeart/2005/8/layout/orgChart1"/>
    <dgm:cxn modelId="{ED013547-15CA-4062-A31E-215B07AA30F8}" type="presOf" srcId="{8DCFBF1E-5838-4126-BEB7-29EAE08DD6FB}" destId="{51B882F7-2CF5-4F95-B060-EA463BC277A5}" srcOrd="0" destOrd="0" presId="urn:microsoft.com/office/officeart/2005/8/layout/orgChart1"/>
    <dgm:cxn modelId="{3EB63B7B-12B8-4BC7-ADF7-E6EC3951AF56}" type="presOf" srcId="{8DCFBF1E-5838-4126-BEB7-29EAE08DD6FB}" destId="{54E11DEB-DF49-47B3-BDB5-5FEED068DA75}" srcOrd="1" destOrd="0" presId="urn:microsoft.com/office/officeart/2005/8/layout/orgChart1"/>
    <dgm:cxn modelId="{8ECE066A-CB56-4391-A72B-E57D716A1B8C}" type="presOf" srcId="{CD37D158-DE0B-484A-BAD8-0C61BB310571}" destId="{98DE58B6-F2F0-4C9C-8288-03EA78A87C2E}" srcOrd="0" destOrd="0" presId="urn:microsoft.com/office/officeart/2005/8/layout/orgChart1"/>
    <dgm:cxn modelId="{9728B7D4-8153-40EE-BDCC-164EA5ADD3CB}" srcId="{8DCFBF1E-5838-4126-BEB7-29EAE08DD6FB}" destId="{F4E22891-B731-4C9E-A488-1FACA391341B}" srcOrd="2" destOrd="0" parTransId="{39FFD630-3862-4FD8-8952-1CF0EC6A469A}" sibTransId="{93E45618-5CAE-4988-A756-3FFF4069C1FE}"/>
    <dgm:cxn modelId="{9A52A388-DC5B-4913-9059-EAA8955BEC65}" type="presOf" srcId="{11AFBF5D-6A04-484A-B87D-A861153BD20F}" destId="{D2C1DC45-F4A9-4147-8B1D-9909BE4F551C}" srcOrd="0" destOrd="0" presId="urn:microsoft.com/office/officeart/2005/8/layout/orgChart1"/>
    <dgm:cxn modelId="{EFCA60D4-0D3F-4B10-9439-7B79BD264550}" srcId="{8DCFBF1E-5838-4126-BEB7-29EAE08DD6FB}" destId="{11AFBF5D-6A04-484A-B87D-A861153BD20F}" srcOrd="0" destOrd="0" parTransId="{B9AA0999-3694-4762-9B18-3A7708F2358E}" sibTransId="{7F5C8819-600A-46E6-8DE2-A3D0871B7F33}"/>
    <dgm:cxn modelId="{B17619DE-C11D-413B-BD0B-5196FF2CC466}" type="presParOf" srcId="{3AE5FB80-6C0D-4C6B-AFA3-636F317CC39A}" destId="{FD0121BD-463A-4E05-AF35-5A280CD94D59}" srcOrd="0" destOrd="0" presId="urn:microsoft.com/office/officeart/2005/8/layout/orgChart1"/>
    <dgm:cxn modelId="{8F7AE158-51C7-4A2A-978F-C77A87A14CD7}" type="presParOf" srcId="{FD0121BD-463A-4E05-AF35-5A280CD94D59}" destId="{E6F2E37E-F3C3-463E-A73D-248579D9FF76}" srcOrd="0" destOrd="0" presId="urn:microsoft.com/office/officeart/2005/8/layout/orgChart1"/>
    <dgm:cxn modelId="{72B076ED-B786-46E4-8AC7-56A1A8A03806}" type="presParOf" srcId="{E6F2E37E-F3C3-463E-A73D-248579D9FF76}" destId="{51B882F7-2CF5-4F95-B060-EA463BC277A5}" srcOrd="0" destOrd="0" presId="urn:microsoft.com/office/officeart/2005/8/layout/orgChart1"/>
    <dgm:cxn modelId="{7010496A-2A53-48AF-AFE7-59EE56DEDB7F}" type="presParOf" srcId="{E6F2E37E-F3C3-463E-A73D-248579D9FF76}" destId="{54E11DEB-DF49-47B3-BDB5-5FEED068DA75}" srcOrd="1" destOrd="0" presId="urn:microsoft.com/office/officeart/2005/8/layout/orgChart1"/>
    <dgm:cxn modelId="{54E6CF2F-7F3A-45C9-A74A-AB743BD7552B}" type="presParOf" srcId="{FD0121BD-463A-4E05-AF35-5A280CD94D59}" destId="{3F58D8C6-D57F-4E9E-8AFE-76CBF836A478}" srcOrd="1" destOrd="0" presId="urn:microsoft.com/office/officeart/2005/8/layout/orgChart1"/>
    <dgm:cxn modelId="{5CB39D06-AC1F-469C-8DE6-7556CDFD077C}" type="presParOf" srcId="{3F58D8C6-D57F-4E9E-8AFE-76CBF836A478}" destId="{00436D49-EB1B-4A1B-9E4B-AE3F434BB823}" srcOrd="0" destOrd="0" presId="urn:microsoft.com/office/officeart/2005/8/layout/orgChart1"/>
    <dgm:cxn modelId="{32B1FFB6-4881-46D7-AD74-9F2FEB223751}" type="presParOf" srcId="{3F58D8C6-D57F-4E9E-8AFE-76CBF836A478}" destId="{A84566A5-0FE8-4638-8C11-62CCC9480AA2}" srcOrd="1" destOrd="0" presId="urn:microsoft.com/office/officeart/2005/8/layout/orgChart1"/>
    <dgm:cxn modelId="{5F539880-9DD2-403E-AC29-510957430E84}" type="presParOf" srcId="{A84566A5-0FE8-4638-8C11-62CCC9480AA2}" destId="{A8B05D85-CF0B-401D-9406-771A36B381D6}" srcOrd="0" destOrd="0" presId="urn:microsoft.com/office/officeart/2005/8/layout/orgChart1"/>
    <dgm:cxn modelId="{2804A672-70FA-44EF-A798-1976CB8ADCC1}" type="presParOf" srcId="{A8B05D85-CF0B-401D-9406-771A36B381D6}" destId="{D2C1DC45-F4A9-4147-8B1D-9909BE4F551C}" srcOrd="0" destOrd="0" presId="urn:microsoft.com/office/officeart/2005/8/layout/orgChart1"/>
    <dgm:cxn modelId="{567F8DBE-1410-4152-99E2-08052681A8A0}" type="presParOf" srcId="{A8B05D85-CF0B-401D-9406-771A36B381D6}" destId="{DC219C03-D1CA-4095-8F9F-831902B07380}" srcOrd="1" destOrd="0" presId="urn:microsoft.com/office/officeart/2005/8/layout/orgChart1"/>
    <dgm:cxn modelId="{10FBB096-B6C7-46BA-AB25-3BCA8A96E898}" type="presParOf" srcId="{A84566A5-0FE8-4638-8C11-62CCC9480AA2}" destId="{3EB144A3-28DB-4C94-913F-E6617552A43F}" srcOrd="1" destOrd="0" presId="urn:microsoft.com/office/officeart/2005/8/layout/orgChart1"/>
    <dgm:cxn modelId="{0D33FD71-B82E-41D4-8907-32D6C8466D01}" type="presParOf" srcId="{A84566A5-0FE8-4638-8C11-62CCC9480AA2}" destId="{C0512B35-75D1-41FE-8338-EEB32C6CED0D}" srcOrd="2" destOrd="0" presId="urn:microsoft.com/office/officeart/2005/8/layout/orgChart1"/>
    <dgm:cxn modelId="{F7E0D135-6D7D-4399-80AA-556B6E0B9337}" type="presParOf" srcId="{3F58D8C6-D57F-4E9E-8AFE-76CBF836A478}" destId="{9808A290-D6E2-4A02-B45D-0B7A4B54F22A}" srcOrd="2" destOrd="0" presId="urn:microsoft.com/office/officeart/2005/8/layout/orgChart1"/>
    <dgm:cxn modelId="{C6A53702-0DC9-405F-8B3B-F8745DF7CD59}" type="presParOf" srcId="{3F58D8C6-D57F-4E9E-8AFE-76CBF836A478}" destId="{98B3AF9F-FB4D-498F-B479-9A43E90E7BC1}" srcOrd="3" destOrd="0" presId="urn:microsoft.com/office/officeart/2005/8/layout/orgChart1"/>
    <dgm:cxn modelId="{D8C968EE-063A-459B-A5E6-A723AAB03C94}" type="presParOf" srcId="{98B3AF9F-FB4D-498F-B479-9A43E90E7BC1}" destId="{7B67CFC2-8D3F-4FC0-B3AD-4EF01EC5FF6E}" srcOrd="0" destOrd="0" presId="urn:microsoft.com/office/officeart/2005/8/layout/orgChart1"/>
    <dgm:cxn modelId="{892102FB-9526-4D50-9FF2-26F595AB6758}" type="presParOf" srcId="{7B67CFC2-8D3F-4FC0-B3AD-4EF01EC5FF6E}" destId="{98DE58B6-F2F0-4C9C-8288-03EA78A87C2E}" srcOrd="0" destOrd="0" presId="urn:microsoft.com/office/officeart/2005/8/layout/orgChart1"/>
    <dgm:cxn modelId="{BE89F799-188A-4586-9D66-920CFFFA8F43}" type="presParOf" srcId="{7B67CFC2-8D3F-4FC0-B3AD-4EF01EC5FF6E}" destId="{F30E5E88-1BBA-47E3-807E-830CB35495C3}" srcOrd="1" destOrd="0" presId="urn:microsoft.com/office/officeart/2005/8/layout/orgChart1"/>
    <dgm:cxn modelId="{C8BCE9E1-014C-4E02-92B7-ACF71291900B}" type="presParOf" srcId="{98B3AF9F-FB4D-498F-B479-9A43E90E7BC1}" destId="{E5B8E340-125F-45D3-849F-CC3754F3B991}" srcOrd="1" destOrd="0" presId="urn:microsoft.com/office/officeart/2005/8/layout/orgChart1"/>
    <dgm:cxn modelId="{426147BA-31EF-49DC-AADB-A2E797AB6A4E}" type="presParOf" srcId="{98B3AF9F-FB4D-498F-B479-9A43E90E7BC1}" destId="{CE5C5321-C2E1-4386-915A-E36D58BC9CC2}" srcOrd="2" destOrd="0" presId="urn:microsoft.com/office/officeart/2005/8/layout/orgChart1"/>
    <dgm:cxn modelId="{C4459A27-638C-4217-9F37-58BD85867DFA}" type="presParOf" srcId="{3F58D8C6-D57F-4E9E-8AFE-76CBF836A478}" destId="{3645EE8B-BDB8-4EE6-9150-205F9AB69A5B}" srcOrd="4" destOrd="0" presId="urn:microsoft.com/office/officeart/2005/8/layout/orgChart1"/>
    <dgm:cxn modelId="{0913A7B8-2647-4FD9-9A09-4B0F6D2D6B54}" type="presParOf" srcId="{3F58D8C6-D57F-4E9E-8AFE-76CBF836A478}" destId="{304FBBFE-11F5-42F8-A707-C56D14857950}" srcOrd="5" destOrd="0" presId="urn:microsoft.com/office/officeart/2005/8/layout/orgChart1"/>
    <dgm:cxn modelId="{C0FABBC4-940A-4F95-B516-E1589E3CDE64}" type="presParOf" srcId="{304FBBFE-11F5-42F8-A707-C56D14857950}" destId="{69407EFE-544E-4EF7-B579-34683BFD859E}" srcOrd="0" destOrd="0" presId="urn:microsoft.com/office/officeart/2005/8/layout/orgChart1"/>
    <dgm:cxn modelId="{55E3D0C4-FA9C-474B-808D-F03A50C7FD23}" type="presParOf" srcId="{69407EFE-544E-4EF7-B579-34683BFD859E}" destId="{BD1859A6-C615-4846-8541-D0C216416426}" srcOrd="0" destOrd="0" presId="urn:microsoft.com/office/officeart/2005/8/layout/orgChart1"/>
    <dgm:cxn modelId="{FC64EA27-4829-4B9C-9DB2-7C1031619063}" type="presParOf" srcId="{69407EFE-544E-4EF7-B579-34683BFD859E}" destId="{B828A0BC-F1B4-414E-B463-46A33D293EDE}" srcOrd="1" destOrd="0" presId="urn:microsoft.com/office/officeart/2005/8/layout/orgChart1"/>
    <dgm:cxn modelId="{083E3DA9-29DF-4829-95C0-FB33FFA00CF4}" type="presParOf" srcId="{304FBBFE-11F5-42F8-A707-C56D14857950}" destId="{6FE249AA-E9F6-4CFA-968B-4A8C26AF7D6D}" srcOrd="1" destOrd="0" presId="urn:microsoft.com/office/officeart/2005/8/layout/orgChart1"/>
    <dgm:cxn modelId="{554504A7-72F5-4EB9-912E-963DDACEA6AC}" type="presParOf" srcId="{304FBBFE-11F5-42F8-A707-C56D14857950}" destId="{C832608F-255E-4D1A-801F-7F5537C8BC0A}" srcOrd="2" destOrd="0" presId="urn:microsoft.com/office/officeart/2005/8/layout/orgChart1"/>
    <dgm:cxn modelId="{BBB1CB16-C574-4FF3-A244-19F2D1AD9678}" type="presParOf" srcId="{3F58D8C6-D57F-4E9E-8AFE-76CBF836A478}" destId="{1B5FA1F6-8FC2-4F9F-8F96-7E5D5DE51A1F}" srcOrd="6" destOrd="0" presId="urn:microsoft.com/office/officeart/2005/8/layout/orgChart1"/>
    <dgm:cxn modelId="{36330D68-1077-493B-9512-9CB6741ACD8F}" type="presParOf" srcId="{3F58D8C6-D57F-4E9E-8AFE-76CBF836A478}" destId="{75DB60DE-58AC-4DDD-814B-53B24D36FECC}" srcOrd="7" destOrd="0" presId="urn:microsoft.com/office/officeart/2005/8/layout/orgChart1"/>
    <dgm:cxn modelId="{31669194-7917-4B1B-A68C-D92FAAC23A9B}" type="presParOf" srcId="{75DB60DE-58AC-4DDD-814B-53B24D36FECC}" destId="{E9410445-15FD-4EEF-8C2B-A91F6C75D518}" srcOrd="0" destOrd="0" presId="urn:microsoft.com/office/officeart/2005/8/layout/orgChart1"/>
    <dgm:cxn modelId="{74C6A9BE-83B2-4F38-8871-5D77FEF5C47F}" type="presParOf" srcId="{E9410445-15FD-4EEF-8C2B-A91F6C75D518}" destId="{B5F9A0C1-F0D8-401A-AE18-637D7EFED8DF}" srcOrd="0" destOrd="0" presId="urn:microsoft.com/office/officeart/2005/8/layout/orgChart1"/>
    <dgm:cxn modelId="{60F0B541-12D3-4289-A0B0-A3CD51F60E91}" type="presParOf" srcId="{E9410445-15FD-4EEF-8C2B-A91F6C75D518}" destId="{D55C2AE7-F1E9-440E-A35D-EC657BF73056}" srcOrd="1" destOrd="0" presId="urn:microsoft.com/office/officeart/2005/8/layout/orgChart1"/>
    <dgm:cxn modelId="{FE669D53-B7B7-4700-8E05-C3B805113442}" type="presParOf" srcId="{75DB60DE-58AC-4DDD-814B-53B24D36FECC}" destId="{4A54F561-FFF0-4E63-AA77-B4A2ACA007AB}" srcOrd="1" destOrd="0" presId="urn:microsoft.com/office/officeart/2005/8/layout/orgChart1"/>
    <dgm:cxn modelId="{A8F69DE3-A118-47BF-A6A5-E683E8C23272}" type="presParOf" srcId="{75DB60DE-58AC-4DDD-814B-53B24D36FECC}" destId="{7247A464-AA6E-4A12-9364-9BF72DA3DE4A}" srcOrd="2" destOrd="0" presId="urn:microsoft.com/office/officeart/2005/8/layout/orgChart1"/>
    <dgm:cxn modelId="{C52D0D65-2D43-4848-81BA-209F1E16E5C0}" type="presParOf" srcId="{FD0121BD-463A-4E05-AF35-5A280CD94D59}" destId="{014A4CE2-91C4-49FB-BE8E-142B2C89503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24244-B1CD-4415-9B85-2B329008F74B}">
      <dsp:nvSpPr>
        <dsp:cNvPr id="0" name=""/>
        <dsp:cNvSpPr/>
      </dsp:nvSpPr>
      <dsp:spPr>
        <a:xfrm>
          <a:off x="3241037" y="35009"/>
          <a:ext cx="1781360" cy="1173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ES" sz="1600" i="1" kern="1200" dirty="0">
              <a:solidFill>
                <a:srgbClr val="154C98"/>
              </a:solidFill>
              <a:effectLst/>
              <a:latin typeface="Britannic Bold" pitchFamily="34" charset="0"/>
              <a:ea typeface="+mn-ea"/>
              <a:cs typeface="Arial" pitchFamily="34" charset="0"/>
            </a:rPr>
            <a:t>Instrumento Psicométrico</a:t>
          </a:r>
        </a:p>
      </dsp:txBody>
      <dsp:txXfrm>
        <a:off x="3241037" y="35009"/>
        <a:ext cx="1781360" cy="1173708"/>
      </dsp:txXfrm>
    </dsp:sp>
    <dsp:sp modelId="{CD744EE5-83A7-4946-AEB2-C330B6B3F5CA}">
      <dsp:nvSpPr>
        <dsp:cNvPr id="0" name=""/>
        <dsp:cNvSpPr/>
      </dsp:nvSpPr>
      <dsp:spPr>
        <a:xfrm>
          <a:off x="778832" y="447"/>
          <a:ext cx="4406923" cy="4406923"/>
        </a:xfrm>
        <a:prstGeom prst="circularArrow">
          <a:avLst>
            <a:gd name="adj1" fmla="val 5193"/>
            <a:gd name="adj2" fmla="val 335427"/>
            <a:gd name="adj3" fmla="val 21295221"/>
            <a:gd name="adj4" fmla="val 19764505"/>
            <a:gd name="adj5" fmla="val 6059"/>
          </a:avLst>
        </a:prstGeom>
        <a:gradFill rotWithShape="0">
          <a:gsLst>
            <a:gs pos="0">
              <a:schemeClr val="bg2">
                <a:lumMod val="90000"/>
              </a:schemeClr>
            </a:gs>
            <a:gs pos="100000">
              <a:schemeClr val="lt1">
                <a:hueOff val="0"/>
                <a:satOff val="0"/>
                <a:lumOff val="0"/>
                <a:alphaOff val="0"/>
                <a:satMod val="130000"/>
              </a:schemeClr>
            </a:gs>
          </a:gsLst>
          <a:lin ang="5160000" scaled="0"/>
        </a:gradFill>
        <a:ln>
          <a:noFill/>
        </a:ln>
        <a:effectLst>
          <a:outerShdw blurRad="50800" dist="25400" dir="5400000" rotWithShape="0">
            <a:srgbClr val="000000">
              <a:alpha val="46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69F116D0-C76D-4E10-B04A-7FC19746D284}">
      <dsp:nvSpPr>
        <dsp:cNvPr id="0" name=""/>
        <dsp:cNvSpPr/>
      </dsp:nvSpPr>
      <dsp:spPr>
        <a:xfrm>
          <a:off x="4255246" y="2221342"/>
          <a:ext cx="1173708" cy="1173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ES" sz="1600" i="1" kern="1200" dirty="0">
              <a:solidFill>
                <a:srgbClr val="154C98"/>
              </a:solidFill>
              <a:effectLst/>
              <a:latin typeface="Britannic Bold" pitchFamily="34" charset="0"/>
              <a:ea typeface="+mn-ea"/>
              <a:cs typeface="Arial" pitchFamily="34" charset="0"/>
            </a:rPr>
            <a:t>Tecnología</a:t>
          </a:r>
        </a:p>
      </dsp:txBody>
      <dsp:txXfrm>
        <a:off x="4255246" y="2221342"/>
        <a:ext cx="1173708" cy="1173708"/>
      </dsp:txXfrm>
    </dsp:sp>
    <dsp:sp modelId="{C19CCF0E-24F5-47BE-BB9F-10E33ED23F10}">
      <dsp:nvSpPr>
        <dsp:cNvPr id="0" name=""/>
        <dsp:cNvSpPr/>
      </dsp:nvSpPr>
      <dsp:spPr>
        <a:xfrm>
          <a:off x="778832" y="447"/>
          <a:ext cx="4406923" cy="4406923"/>
        </a:xfrm>
        <a:prstGeom prst="circularArrow">
          <a:avLst>
            <a:gd name="adj1" fmla="val 5193"/>
            <a:gd name="adj2" fmla="val 335427"/>
            <a:gd name="adj3" fmla="val 4016749"/>
            <a:gd name="adj4" fmla="val 2251549"/>
            <a:gd name="adj5" fmla="val 6059"/>
          </a:avLst>
        </a:prstGeom>
        <a:gradFill rotWithShape="0">
          <a:gsLst>
            <a:gs pos="0">
              <a:schemeClr val="bg2">
                <a:lumMod val="90000"/>
              </a:schemeClr>
            </a:gs>
            <a:gs pos="100000">
              <a:schemeClr val="lt1">
                <a:hueOff val="0"/>
                <a:satOff val="0"/>
                <a:lumOff val="0"/>
                <a:alphaOff val="0"/>
                <a:satMod val="130000"/>
              </a:schemeClr>
            </a:gs>
          </a:gsLst>
          <a:lin ang="5160000" scaled="0"/>
        </a:gradFill>
        <a:ln>
          <a:noFill/>
        </a:ln>
        <a:effectLst>
          <a:outerShdw blurRad="50800" dist="25400" dir="5400000" rotWithShape="0">
            <a:srgbClr val="000000">
              <a:alpha val="46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7328F6C4-CFF5-477A-B963-152E2C0FD8EC}">
      <dsp:nvSpPr>
        <dsp:cNvPr id="0" name=""/>
        <dsp:cNvSpPr/>
      </dsp:nvSpPr>
      <dsp:spPr>
        <a:xfrm>
          <a:off x="2395440" y="3572571"/>
          <a:ext cx="1173708" cy="1173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ES" sz="1600" i="1" kern="1200" dirty="0">
              <a:solidFill>
                <a:srgbClr val="154C98"/>
              </a:solidFill>
              <a:effectLst/>
              <a:latin typeface="Britannic Bold" pitchFamily="34" charset="0"/>
              <a:ea typeface="+mn-ea"/>
              <a:cs typeface="Arial" pitchFamily="34" charset="0"/>
            </a:rPr>
            <a:t>Apps Móviles</a:t>
          </a:r>
        </a:p>
      </dsp:txBody>
      <dsp:txXfrm>
        <a:off x="2395440" y="3572571"/>
        <a:ext cx="1173708" cy="1173708"/>
      </dsp:txXfrm>
    </dsp:sp>
    <dsp:sp modelId="{D17FAA1D-F63D-4862-91F7-57DE9A584B03}">
      <dsp:nvSpPr>
        <dsp:cNvPr id="0" name=""/>
        <dsp:cNvSpPr/>
      </dsp:nvSpPr>
      <dsp:spPr>
        <a:xfrm>
          <a:off x="778832" y="447"/>
          <a:ext cx="4406923" cy="4406923"/>
        </a:xfrm>
        <a:prstGeom prst="circularArrow">
          <a:avLst>
            <a:gd name="adj1" fmla="val 5193"/>
            <a:gd name="adj2" fmla="val 335427"/>
            <a:gd name="adj3" fmla="val 8213023"/>
            <a:gd name="adj4" fmla="val 6447824"/>
            <a:gd name="adj5" fmla="val 6059"/>
          </a:avLst>
        </a:prstGeom>
        <a:gradFill rotWithShape="0">
          <a:gsLst>
            <a:gs pos="0">
              <a:schemeClr val="bg2">
                <a:lumMod val="90000"/>
              </a:schemeClr>
            </a:gs>
            <a:gs pos="100000">
              <a:schemeClr val="lt1">
                <a:hueOff val="0"/>
                <a:satOff val="0"/>
                <a:lumOff val="0"/>
                <a:alphaOff val="0"/>
                <a:satMod val="130000"/>
              </a:schemeClr>
            </a:gs>
          </a:gsLst>
          <a:lin ang="5160000" scaled="0"/>
        </a:gradFill>
        <a:ln>
          <a:noFill/>
        </a:ln>
        <a:effectLst>
          <a:outerShdw blurRad="50800" dist="25400" dir="5400000" rotWithShape="0">
            <a:srgbClr val="000000">
              <a:alpha val="46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58FACBA5-7233-4D90-82E9-2E5DC0B64C6B}">
      <dsp:nvSpPr>
        <dsp:cNvPr id="0" name=""/>
        <dsp:cNvSpPr/>
      </dsp:nvSpPr>
      <dsp:spPr>
        <a:xfrm>
          <a:off x="391273" y="2221342"/>
          <a:ext cx="1462428" cy="1173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ES" sz="1600" i="1" kern="1200" dirty="0" err="1">
              <a:solidFill>
                <a:srgbClr val="154C98"/>
              </a:solidFill>
              <a:effectLst/>
              <a:latin typeface="Britannic Bold" pitchFamily="34" charset="0"/>
              <a:ea typeface="+mn-ea"/>
              <a:cs typeface="Arial" pitchFamily="34" charset="0"/>
            </a:rPr>
            <a:t>TelePsicología</a:t>
          </a:r>
          <a:endParaRPr lang="es-ES" sz="1600" i="1" kern="1200" dirty="0">
            <a:solidFill>
              <a:srgbClr val="154C98"/>
            </a:solidFill>
            <a:effectLst/>
            <a:latin typeface="Britannic Bold" pitchFamily="34" charset="0"/>
            <a:ea typeface="+mn-ea"/>
            <a:cs typeface="Arial" pitchFamily="34" charset="0"/>
          </a:endParaRPr>
        </a:p>
      </dsp:txBody>
      <dsp:txXfrm>
        <a:off x="391273" y="2221342"/>
        <a:ext cx="1462428" cy="1173708"/>
      </dsp:txXfrm>
    </dsp:sp>
    <dsp:sp modelId="{292C9789-75B5-4CD4-A4B6-8F9E189D8BFD}">
      <dsp:nvSpPr>
        <dsp:cNvPr id="0" name=""/>
        <dsp:cNvSpPr/>
      </dsp:nvSpPr>
      <dsp:spPr>
        <a:xfrm>
          <a:off x="778832" y="447"/>
          <a:ext cx="4406923" cy="4406923"/>
        </a:xfrm>
        <a:prstGeom prst="circularArrow">
          <a:avLst>
            <a:gd name="adj1" fmla="val 5193"/>
            <a:gd name="adj2" fmla="val 335427"/>
            <a:gd name="adj3" fmla="val 12300068"/>
            <a:gd name="adj4" fmla="val 10769352"/>
            <a:gd name="adj5" fmla="val 6059"/>
          </a:avLst>
        </a:prstGeom>
        <a:gradFill rotWithShape="0">
          <a:gsLst>
            <a:gs pos="0">
              <a:schemeClr val="bg2">
                <a:lumMod val="90000"/>
              </a:schemeClr>
            </a:gs>
            <a:gs pos="100000">
              <a:schemeClr val="lt1">
                <a:hueOff val="0"/>
                <a:satOff val="0"/>
                <a:lumOff val="0"/>
                <a:alphaOff val="0"/>
                <a:satMod val="130000"/>
              </a:schemeClr>
            </a:gs>
          </a:gsLst>
          <a:lin ang="5160000" scaled="0"/>
        </a:gradFill>
        <a:ln>
          <a:noFill/>
        </a:ln>
        <a:effectLst>
          <a:outerShdw blurRad="50800" dist="25400" dir="5400000" rotWithShape="0">
            <a:srgbClr val="000000">
              <a:alpha val="46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E7A51E8-5AF7-4C8F-9EA7-3B5BC9748283}">
      <dsp:nvSpPr>
        <dsp:cNvPr id="0" name=""/>
        <dsp:cNvSpPr/>
      </dsp:nvSpPr>
      <dsp:spPr>
        <a:xfrm>
          <a:off x="1246017" y="35009"/>
          <a:ext cx="1173708" cy="1173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ES" sz="1600" b="0" i="1" kern="1200" dirty="0">
              <a:solidFill>
                <a:srgbClr val="154C98"/>
              </a:solidFill>
              <a:effectLst/>
              <a:latin typeface="Britannic Bold" pitchFamily="34" charset="0"/>
              <a:ea typeface="Batang" pitchFamily="18" charset="-127"/>
              <a:cs typeface="Aharoni" pitchFamily="2" charset="-79"/>
            </a:rPr>
            <a:t>MoCA</a:t>
          </a:r>
        </a:p>
      </dsp:txBody>
      <dsp:txXfrm>
        <a:off x="1246017" y="35009"/>
        <a:ext cx="1173708" cy="1173708"/>
      </dsp:txXfrm>
    </dsp:sp>
    <dsp:sp modelId="{EF2A86C5-9566-4397-B434-9FA7B1C817DE}">
      <dsp:nvSpPr>
        <dsp:cNvPr id="0" name=""/>
        <dsp:cNvSpPr/>
      </dsp:nvSpPr>
      <dsp:spPr>
        <a:xfrm>
          <a:off x="778832" y="447"/>
          <a:ext cx="4406923" cy="4406923"/>
        </a:xfrm>
        <a:prstGeom prst="circularArrow">
          <a:avLst>
            <a:gd name="adj1" fmla="val 5193"/>
            <a:gd name="adj2" fmla="val 335427"/>
            <a:gd name="adj3" fmla="val 16867731"/>
            <a:gd name="adj4" fmla="val 15196841"/>
            <a:gd name="adj5" fmla="val 6059"/>
          </a:avLst>
        </a:prstGeom>
        <a:gradFill rotWithShape="0">
          <a:gsLst>
            <a:gs pos="0">
              <a:schemeClr val="bg2">
                <a:lumMod val="90000"/>
              </a:schemeClr>
            </a:gs>
            <a:gs pos="100000">
              <a:schemeClr val="lt1">
                <a:hueOff val="0"/>
                <a:satOff val="0"/>
                <a:lumOff val="0"/>
                <a:alphaOff val="0"/>
                <a:satMod val="130000"/>
              </a:schemeClr>
            </a:gs>
          </a:gsLst>
          <a:lin ang="5160000" scaled="0"/>
        </a:gradFill>
        <a:ln>
          <a:noFill/>
        </a:ln>
        <a:effectLst>
          <a:outerShdw blurRad="50800" dist="25400" dir="5400000" rotWithShape="0">
            <a:srgbClr val="000000">
              <a:alpha val="46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E8BE4B-AFBF-4207-BA72-36D5642CACFF}">
      <dsp:nvSpPr>
        <dsp:cNvPr id="0" name=""/>
        <dsp:cNvSpPr/>
      </dsp:nvSpPr>
      <dsp:spPr>
        <a:xfrm>
          <a:off x="4404725" y="1679605"/>
          <a:ext cx="3171592" cy="491897"/>
        </a:xfrm>
        <a:custGeom>
          <a:avLst/>
          <a:gdLst/>
          <a:ahLst/>
          <a:cxnLst/>
          <a:rect l="0" t="0" r="0" b="0"/>
          <a:pathLst>
            <a:path>
              <a:moveTo>
                <a:pt x="0" y="0"/>
              </a:moveTo>
              <a:lnTo>
                <a:pt x="0" y="274504"/>
              </a:lnTo>
              <a:lnTo>
                <a:pt x="3171592" y="274504"/>
              </a:lnTo>
              <a:lnTo>
                <a:pt x="3171592" y="491897"/>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BDBCE4-7BFD-4051-9D97-576CB84928AF}">
      <dsp:nvSpPr>
        <dsp:cNvPr id="0" name=""/>
        <dsp:cNvSpPr/>
      </dsp:nvSpPr>
      <dsp:spPr>
        <a:xfrm>
          <a:off x="4404725" y="1679605"/>
          <a:ext cx="113561" cy="563906"/>
        </a:xfrm>
        <a:custGeom>
          <a:avLst/>
          <a:gdLst/>
          <a:ahLst/>
          <a:cxnLst/>
          <a:rect l="0" t="0" r="0" b="0"/>
          <a:pathLst>
            <a:path>
              <a:moveTo>
                <a:pt x="0" y="0"/>
              </a:moveTo>
              <a:lnTo>
                <a:pt x="0" y="346513"/>
              </a:lnTo>
              <a:lnTo>
                <a:pt x="113561" y="346513"/>
              </a:lnTo>
              <a:lnTo>
                <a:pt x="113561" y="563906"/>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AE845C-4F6F-4280-B37F-1F1087889897}">
      <dsp:nvSpPr>
        <dsp:cNvPr id="0" name=""/>
        <dsp:cNvSpPr/>
      </dsp:nvSpPr>
      <dsp:spPr>
        <a:xfrm>
          <a:off x="1404168" y="1679605"/>
          <a:ext cx="3000556" cy="491897"/>
        </a:xfrm>
        <a:custGeom>
          <a:avLst/>
          <a:gdLst/>
          <a:ahLst/>
          <a:cxnLst/>
          <a:rect l="0" t="0" r="0" b="0"/>
          <a:pathLst>
            <a:path>
              <a:moveTo>
                <a:pt x="3000556" y="0"/>
              </a:moveTo>
              <a:lnTo>
                <a:pt x="3000556" y="274504"/>
              </a:lnTo>
              <a:lnTo>
                <a:pt x="0" y="274504"/>
              </a:lnTo>
              <a:lnTo>
                <a:pt x="0" y="491897"/>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B50D47-CFBB-45FA-9242-45EA47725B8D}">
      <dsp:nvSpPr>
        <dsp:cNvPr id="0" name=""/>
        <dsp:cNvSpPr/>
      </dsp:nvSpPr>
      <dsp:spPr>
        <a:xfrm>
          <a:off x="1358412" y="216025"/>
          <a:ext cx="6092624" cy="1463580"/>
        </a:xfrm>
        <a:prstGeom prst="rect">
          <a:avLst/>
        </a:prstGeom>
        <a:solidFill>
          <a:srgbClr val="1B63C3"/>
        </a:solidFill>
        <a:ln w="1905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00075">
            <a:lnSpc>
              <a:spcPct val="150000"/>
            </a:lnSpc>
            <a:spcBef>
              <a:spcPct val="0"/>
            </a:spcBef>
            <a:spcAft>
              <a:spcPct val="35000"/>
            </a:spcAft>
          </a:pPr>
          <a:r>
            <a:rPr lang="es-ES" sz="1350" b="1" kern="1200" dirty="0">
              <a:solidFill>
                <a:schemeClr val="bg1"/>
              </a:solidFill>
              <a:latin typeface="Times New Roman" panose="02020603050405020304" pitchFamily="18" charset="0"/>
              <a:cs typeface="Times New Roman" panose="02020603050405020304" pitchFamily="18" charset="0"/>
            </a:rPr>
            <a:t>Desarrollar una Aplicación Móvil basada en Realidad Virtual No Inmersiva para la evaluación del Deterioro Cognitivo en el proceso de selección de ingresos del personal atendido por la Dirección de Evaluación y Apoyo Psicológico de la UNIMAR.</a:t>
          </a:r>
        </a:p>
      </dsp:txBody>
      <dsp:txXfrm>
        <a:off x="1358412" y="216025"/>
        <a:ext cx="6092624" cy="1463580"/>
      </dsp:txXfrm>
    </dsp:sp>
    <dsp:sp modelId="{54007BF0-8636-4418-8144-D6008F464C17}">
      <dsp:nvSpPr>
        <dsp:cNvPr id="0" name=""/>
        <dsp:cNvSpPr/>
      </dsp:nvSpPr>
      <dsp:spPr>
        <a:xfrm>
          <a:off x="68746" y="2171503"/>
          <a:ext cx="2670844" cy="2973123"/>
        </a:xfrm>
        <a:prstGeom prst="rect">
          <a:avLst/>
        </a:prstGeom>
        <a:solidFill>
          <a:srgbClr val="1B63C3"/>
        </a:solidFill>
        <a:ln w="1905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150000"/>
            </a:lnSpc>
            <a:spcBef>
              <a:spcPct val="0"/>
            </a:spcBef>
            <a:spcAft>
              <a:spcPct val="35000"/>
            </a:spcAft>
          </a:pPr>
          <a:r>
            <a:rPr lang="es-ES" sz="1400" b="1" kern="1200" dirty="0">
              <a:solidFill>
                <a:schemeClr val="bg1"/>
              </a:solidFill>
              <a:latin typeface="Times New Roman" panose="02020603050405020304" pitchFamily="18" charset="0"/>
              <a:cs typeface="Times New Roman" panose="02020603050405020304" pitchFamily="18" charset="0"/>
            </a:rPr>
            <a:t>Establecer la importancia de desarrollar una Aplicación Móvil basada en Realidad Virtual No Inmersiva para evaluar el Deterioro Cognitivo en el proceso de selección de ingresos del personal atendido por la Dirección de Evaluación y Apoyo Psicológico de la UNIMAR.</a:t>
          </a:r>
        </a:p>
      </dsp:txBody>
      <dsp:txXfrm>
        <a:off x="68746" y="2171503"/>
        <a:ext cx="2670844" cy="2973123"/>
      </dsp:txXfrm>
    </dsp:sp>
    <dsp:sp modelId="{43BA60E2-48AB-4664-96CE-F57B06F67C26}">
      <dsp:nvSpPr>
        <dsp:cNvPr id="0" name=""/>
        <dsp:cNvSpPr/>
      </dsp:nvSpPr>
      <dsp:spPr>
        <a:xfrm>
          <a:off x="3097708" y="2243511"/>
          <a:ext cx="2841155" cy="3233642"/>
        </a:xfrm>
        <a:prstGeom prst="rect">
          <a:avLst/>
        </a:prstGeom>
        <a:solidFill>
          <a:srgbClr val="1B63C3"/>
        </a:solidFill>
        <a:ln w="1905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150000"/>
            </a:lnSpc>
            <a:spcBef>
              <a:spcPct val="0"/>
            </a:spcBef>
            <a:spcAft>
              <a:spcPct val="35000"/>
            </a:spcAft>
          </a:pPr>
          <a:r>
            <a:rPr lang="es-ES" sz="1400" b="1" kern="1200" dirty="0">
              <a:solidFill>
                <a:schemeClr val="bg1"/>
              </a:solidFill>
              <a:latin typeface="Times New Roman" panose="02020603050405020304" pitchFamily="18" charset="0"/>
              <a:cs typeface="Times New Roman" panose="02020603050405020304" pitchFamily="18" charset="0"/>
            </a:rPr>
            <a:t>Seleccionar el instrumento psicométrico estandarizado a emplear para el diseño de la Aplicación Móvil basada en Realidad Virtual No Inmersiva para evaluar el Deterioro Cognitivo en el proceso de selección de ingresos del personal atendido por la Dirección de Evaluación y Apoyo Psicológico de la UNIMAR </a:t>
          </a:r>
        </a:p>
      </dsp:txBody>
      <dsp:txXfrm>
        <a:off x="3097708" y="2243511"/>
        <a:ext cx="2841155" cy="3233642"/>
      </dsp:txXfrm>
    </dsp:sp>
    <dsp:sp modelId="{BE58062B-04E1-4492-A978-57323F0EAF3B}">
      <dsp:nvSpPr>
        <dsp:cNvPr id="0" name=""/>
        <dsp:cNvSpPr/>
      </dsp:nvSpPr>
      <dsp:spPr>
        <a:xfrm>
          <a:off x="6333442" y="2171503"/>
          <a:ext cx="2485750" cy="2811176"/>
        </a:xfrm>
        <a:prstGeom prst="rect">
          <a:avLst/>
        </a:prstGeom>
        <a:solidFill>
          <a:srgbClr val="1B63C3"/>
        </a:solidFill>
        <a:ln w="1905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00075">
            <a:lnSpc>
              <a:spcPct val="150000"/>
            </a:lnSpc>
            <a:spcBef>
              <a:spcPct val="0"/>
            </a:spcBef>
            <a:spcAft>
              <a:spcPct val="35000"/>
            </a:spcAft>
          </a:pPr>
          <a:r>
            <a:rPr lang="es-ES" sz="1350" b="1" kern="1200" dirty="0">
              <a:solidFill>
                <a:schemeClr val="bg1"/>
              </a:solidFill>
              <a:latin typeface="Times New Roman" panose="02020603050405020304" pitchFamily="18" charset="0"/>
              <a:cs typeface="Times New Roman" panose="02020603050405020304" pitchFamily="18" charset="0"/>
            </a:rPr>
            <a:t>Determinar los requerimientos técnicos y de funcionalidad que amerita la Aplicación Móvil </a:t>
          </a:r>
          <a:r>
            <a:rPr lang="es-ES" sz="1400" b="1" kern="1200" dirty="0">
              <a:solidFill>
                <a:schemeClr val="bg1"/>
              </a:solidFill>
              <a:latin typeface="Times New Roman" panose="02020603050405020304" pitchFamily="18" charset="0"/>
              <a:cs typeface="Times New Roman" panose="02020603050405020304" pitchFamily="18" charset="0"/>
            </a:rPr>
            <a:t>basada</a:t>
          </a:r>
          <a:r>
            <a:rPr lang="es-ES" sz="1350" b="1" kern="1200" dirty="0">
              <a:solidFill>
                <a:schemeClr val="bg1"/>
              </a:solidFill>
              <a:latin typeface="Times New Roman" panose="02020603050405020304" pitchFamily="18" charset="0"/>
              <a:cs typeface="Times New Roman" panose="02020603050405020304" pitchFamily="18" charset="0"/>
            </a:rPr>
            <a:t> en Realidad </a:t>
          </a:r>
          <a:r>
            <a:rPr lang="es-ES" sz="1400" b="1" kern="1200" dirty="0">
              <a:solidFill>
                <a:schemeClr val="bg1"/>
              </a:solidFill>
              <a:latin typeface="Times New Roman" panose="02020603050405020304" pitchFamily="18" charset="0"/>
              <a:cs typeface="Times New Roman" panose="02020603050405020304" pitchFamily="18" charset="0"/>
            </a:rPr>
            <a:t>Virtual</a:t>
          </a:r>
          <a:r>
            <a:rPr lang="es-ES" sz="1350" b="1" kern="1200" dirty="0">
              <a:solidFill>
                <a:schemeClr val="bg1"/>
              </a:solidFill>
              <a:latin typeface="Times New Roman" panose="02020603050405020304" pitchFamily="18" charset="0"/>
              <a:cs typeface="Times New Roman" panose="02020603050405020304" pitchFamily="18" charset="0"/>
            </a:rPr>
            <a:t> No inmersiva para la evaluación del Deterioro Cognitivo en el proceso de selección del personal en la Dirección de Evaluación y Apoyo Psicológico de UNIMAR</a:t>
          </a:r>
        </a:p>
      </dsp:txBody>
      <dsp:txXfrm>
        <a:off x="6333442" y="2171503"/>
        <a:ext cx="2485750" cy="28111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5FA1F6-8FC2-4F9F-8F96-7E5D5DE51A1F}">
      <dsp:nvSpPr>
        <dsp:cNvPr id="0" name=""/>
        <dsp:cNvSpPr/>
      </dsp:nvSpPr>
      <dsp:spPr>
        <a:xfrm>
          <a:off x="4320480" y="2413743"/>
          <a:ext cx="3383826" cy="714080"/>
        </a:xfrm>
        <a:custGeom>
          <a:avLst/>
          <a:gdLst/>
          <a:ahLst/>
          <a:cxnLst/>
          <a:rect l="0" t="0" r="0" b="0"/>
          <a:pathLst>
            <a:path>
              <a:moveTo>
                <a:pt x="0" y="0"/>
              </a:moveTo>
              <a:lnTo>
                <a:pt x="0" y="518322"/>
              </a:lnTo>
              <a:lnTo>
                <a:pt x="3383826" y="518322"/>
              </a:lnTo>
              <a:lnTo>
                <a:pt x="3383826" y="714080"/>
              </a:lnTo>
            </a:path>
          </a:pathLst>
        </a:custGeom>
        <a:noFill/>
        <a:ln w="25400" cap="flat" cmpd="sng" algn="ctr">
          <a:solidFill>
            <a:schemeClr val="tx1"/>
          </a:solidFill>
          <a:prstDash val="solid"/>
        </a:ln>
        <a:effectLst>
          <a:outerShdw blurRad="50800" dist="25400" dir="5400000" rotWithShape="0">
            <a:srgbClr val="000000">
              <a:alpha val="46000"/>
            </a:srgbClr>
          </a:outerShdw>
        </a:effectLst>
      </dsp:spPr>
      <dsp:style>
        <a:lnRef idx="3">
          <a:schemeClr val="accent4"/>
        </a:lnRef>
        <a:fillRef idx="0">
          <a:schemeClr val="accent4"/>
        </a:fillRef>
        <a:effectRef idx="2">
          <a:schemeClr val="accent4"/>
        </a:effectRef>
        <a:fontRef idx="minor">
          <a:schemeClr val="tx1"/>
        </a:fontRef>
      </dsp:style>
    </dsp:sp>
    <dsp:sp modelId="{3645EE8B-BDB8-4EE6-9150-205F9AB69A5B}">
      <dsp:nvSpPr>
        <dsp:cNvPr id="0" name=""/>
        <dsp:cNvSpPr/>
      </dsp:nvSpPr>
      <dsp:spPr>
        <a:xfrm>
          <a:off x="4320480" y="2413743"/>
          <a:ext cx="1127942" cy="714080"/>
        </a:xfrm>
        <a:custGeom>
          <a:avLst/>
          <a:gdLst/>
          <a:ahLst/>
          <a:cxnLst/>
          <a:rect l="0" t="0" r="0" b="0"/>
          <a:pathLst>
            <a:path>
              <a:moveTo>
                <a:pt x="0" y="0"/>
              </a:moveTo>
              <a:lnTo>
                <a:pt x="0" y="518322"/>
              </a:lnTo>
              <a:lnTo>
                <a:pt x="1127942" y="518322"/>
              </a:lnTo>
              <a:lnTo>
                <a:pt x="1127942" y="714080"/>
              </a:lnTo>
            </a:path>
          </a:pathLst>
        </a:custGeom>
        <a:noFill/>
        <a:ln w="381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9808A290-D6E2-4A02-B45D-0B7A4B54F22A}">
      <dsp:nvSpPr>
        <dsp:cNvPr id="0" name=""/>
        <dsp:cNvSpPr/>
      </dsp:nvSpPr>
      <dsp:spPr>
        <a:xfrm>
          <a:off x="3192537" y="2413743"/>
          <a:ext cx="1127942" cy="714080"/>
        </a:xfrm>
        <a:custGeom>
          <a:avLst/>
          <a:gdLst/>
          <a:ahLst/>
          <a:cxnLst/>
          <a:rect l="0" t="0" r="0" b="0"/>
          <a:pathLst>
            <a:path>
              <a:moveTo>
                <a:pt x="1127942" y="0"/>
              </a:moveTo>
              <a:lnTo>
                <a:pt x="1127942" y="518322"/>
              </a:lnTo>
              <a:lnTo>
                <a:pt x="0" y="518322"/>
              </a:lnTo>
              <a:lnTo>
                <a:pt x="0" y="714080"/>
              </a:lnTo>
            </a:path>
          </a:pathLst>
        </a:custGeom>
        <a:noFill/>
        <a:ln w="381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00436D49-EB1B-4A1B-9E4B-AE3F434BB823}">
      <dsp:nvSpPr>
        <dsp:cNvPr id="0" name=""/>
        <dsp:cNvSpPr/>
      </dsp:nvSpPr>
      <dsp:spPr>
        <a:xfrm>
          <a:off x="936653" y="2413743"/>
          <a:ext cx="3383826" cy="714080"/>
        </a:xfrm>
        <a:custGeom>
          <a:avLst/>
          <a:gdLst/>
          <a:ahLst/>
          <a:cxnLst/>
          <a:rect l="0" t="0" r="0" b="0"/>
          <a:pathLst>
            <a:path>
              <a:moveTo>
                <a:pt x="3383826" y="0"/>
              </a:moveTo>
              <a:lnTo>
                <a:pt x="3383826" y="518322"/>
              </a:lnTo>
              <a:lnTo>
                <a:pt x="0" y="518322"/>
              </a:lnTo>
              <a:lnTo>
                <a:pt x="0" y="714080"/>
              </a:lnTo>
            </a:path>
          </a:pathLst>
        </a:custGeom>
        <a:noFill/>
        <a:ln w="381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51B882F7-2CF5-4F95-B060-EA463BC277A5}">
      <dsp:nvSpPr>
        <dsp:cNvPr id="0" name=""/>
        <dsp:cNvSpPr/>
      </dsp:nvSpPr>
      <dsp:spPr>
        <a:xfrm>
          <a:off x="2460521" y="144016"/>
          <a:ext cx="3719916" cy="2269727"/>
        </a:xfrm>
        <a:prstGeom prst="rect">
          <a:avLst/>
        </a:prstGeom>
        <a:solidFill>
          <a:srgbClr val="1B63C3"/>
        </a:solidFill>
        <a:ln w="1905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150000"/>
            </a:lnSpc>
            <a:spcBef>
              <a:spcPct val="0"/>
            </a:spcBef>
            <a:spcAft>
              <a:spcPct val="35000"/>
            </a:spcAft>
          </a:pPr>
          <a:r>
            <a:rPr lang="es-ES" sz="1600" b="1" kern="1200" dirty="0">
              <a:solidFill>
                <a:schemeClr val="bg1"/>
              </a:solidFill>
              <a:latin typeface="Times New Roman" panose="02020603050405020304" pitchFamily="18" charset="0"/>
              <a:cs typeface="Times New Roman" panose="02020603050405020304" pitchFamily="18" charset="0"/>
            </a:rPr>
            <a:t>Desarrollar </a:t>
          </a:r>
          <a:r>
            <a:rPr lang="es-ES" sz="1600" b="1" kern="1200" cap="none" spc="0" dirty="0">
              <a:ln w="0"/>
              <a:solidFill>
                <a:schemeClr val="bg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una</a:t>
          </a:r>
          <a:r>
            <a:rPr lang="es-ES" sz="1600" b="1" kern="1200" dirty="0">
              <a:solidFill>
                <a:schemeClr val="bg1"/>
              </a:solidFill>
              <a:latin typeface="Times New Roman" panose="02020603050405020304" pitchFamily="18" charset="0"/>
              <a:cs typeface="Times New Roman" panose="02020603050405020304" pitchFamily="18" charset="0"/>
            </a:rPr>
            <a:t> Aplicación Móvil de Realidad Virtual No Inmersiva para la evaluación de Deterioro Cognitivo en el Proceso de Selección de Personal en la Dirección de Evaluación y Apoyo Psicológico de la Unimar</a:t>
          </a:r>
        </a:p>
      </dsp:txBody>
      <dsp:txXfrm>
        <a:off x="2460521" y="144016"/>
        <a:ext cx="3719916" cy="2269727"/>
      </dsp:txXfrm>
    </dsp:sp>
    <dsp:sp modelId="{D2C1DC45-F4A9-4147-8B1D-9909BE4F551C}">
      <dsp:nvSpPr>
        <dsp:cNvPr id="0" name=""/>
        <dsp:cNvSpPr/>
      </dsp:nvSpPr>
      <dsp:spPr>
        <a:xfrm>
          <a:off x="4469" y="3127824"/>
          <a:ext cx="1864367" cy="2179221"/>
        </a:xfrm>
        <a:prstGeom prst="rect">
          <a:avLst/>
        </a:prstGeom>
        <a:solidFill>
          <a:srgbClr val="1B63C3"/>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150000"/>
            </a:lnSpc>
            <a:spcBef>
              <a:spcPct val="0"/>
            </a:spcBef>
            <a:spcAft>
              <a:spcPct val="35000"/>
            </a:spcAft>
          </a:pPr>
          <a:r>
            <a:rPr lang="es-ES" sz="1600" b="1" kern="1200" dirty="0">
              <a:latin typeface="Times New Roman" panose="02020603050405020304" pitchFamily="18" charset="0"/>
              <a:cs typeface="Times New Roman" panose="02020603050405020304" pitchFamily="18" charset="0"/>
            </a:rPr>
            <a:t>Determinar la opinión de las personas acerca de la Aplicación Móvil de Realidad Virtual No Inmersiva.</a:t>
          </a:r>
        </a:p>
      </dsp:txBody>
      <dsp:txXfrm>
        <a:off x="4469" y="3127824"/>
        <a:ext cx="1864367" cy="2179221"/>
      </dsp:txXfrm>
    </dsp:sp>
    <dsp:sp modelId="{98DE58B6-F2F0-4C9C-8288-03EA78A87C2E}">
      <dsp:nvSpPr>
        <dsp:cNvPr id="0" name=""/>
        <dsp:cNvSpPr/>
      </dsp:nvSpPr>
      <dsp:spPr>
        <a:xfrm>
          <a:off x="2260354" y="3127824"/>
          <a:ext cx="1864367" cy="2266576"/>
        </a:xfrm>
        <a:prstGeom prst="rect">
          <a:avLst/>
        </a:prstGeom>
        <a:solidFill>
          <a:srgbClr val="1B63C3"/>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150000"/>
            </a:lnSpc>
            <a:spcBef>
              <a:spcPct val="0"/>
            </a:spcBef>
            <a:spcAft>
              <a:spcPct val="35000"/>
            </a:spcAft>
          </a:pPr>
          <a:r>
            <a:rPr lang="es-ES" sz="1600" b="1" kern="1200" dirty="0">
              <a:latin typeface="Times New Roman" panose="02020603050405020304" pitchFamily="18" charset="0"/>
              <a:cs typeface="Times New Roman" panose="02020603050405020304" pitchFamily="18" charset="0"/>
            </a:rPr>
            <a:t>Comparar esta nueva Aplicación con otras Aplicaciones de RV No Inmersiva que evalúen Deterioro Cognitivo.</a:t>
          </a:r>
        </a:p>
      </dsp:txBody>
      <dsp:txXfrm>
        <a:off x="2260354" y="3127824"/>
        <a:ext cx="1864367" cy="2266576"/>
      </dsp:txXfrm>
    </dsp:sp>
    <dsp:sp modelId="{BD1859A6-C615-4846-8541-D0C216416426}">
      <dsp:nvSpPr>
        <dsp:cNvPr id="0" name=""/>
        <dsp:cNvSpPr/>
      </dsp:nvSpPr>
      <dsp:spPr>
        <a:xfrm>
          <a:off x="4516238" y="3127824"/>
          <a:ext cx="1864367" cy="1900601"/>
        </a:xfrm>
        <a:prstGeom prst="rect">
          <a:avLst/>
        </a:prstGeom>
        <a:solidFill>
          <a:srgbClr val="1B63C3"/>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150000"/>
            </a:lnSpc>
            <a:spcBef>
              <a:spcPct val="0"/>
            </a:spcBef>
            <a:spcAft>
              <a:spcPct val="35000"/>
            </a:spcAft>
          </a:pPr>
          <a:r>
            <a:rPr lang="es-ES" sz="1600" b="1" kern="1200" dirty="0">
              <a:latin typeface="Times New Roman" panose="02020603050405020304" pitchFamily="18" charset="0"/>
              <a:cs typeface="Times New Roman" panose="02020603050405020304" pitchFamily="18" charset="0"/>
            </a:rPr>
            <a:t>Examinar el funcionamiento de la Aplicación una vez finalizada por medio de un móvil.</a:t>
          </a:r>
        </a:p>
      </dsp:txBody>
      <dsp:txXfrm>
        <a:off x="4516238" y="3127824"/>
        <a:ext cx="1864367" cy="1900601"/>
      </dsp:txXfrm>
    </dsp:sp>
    <dsp:sp modelId="{B5F9A0C1-F0D8-401A-AE18-637D7EFED8DF}">
      <dsp:nvSpPr>
        <dsp:cNvPr id="0" name=""/>
        <dsp:cNvSpPr/>
      </dsp:nvSpPr>
      <dsp:spPr>
        <a:xfrm>
          <a:off x="6772122" y="3127824"/>
          <a:ext cx="1864367" cy="1973861"/>
        </a:xfrm>
        <a:prstGeom prst="rect">
          <a:avLst/>
        </a:prstGeom>
        <a:solidFill>
          <a:srgbClr val="1B63C3"/>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150000"/>
            </a:lnSpc>
            <a:spcBef>
              <a:spcPct val="0"/>
            </a:spcBef>
            <a:spcAft>
              <a:spcPct val="35000"/>
            </a:spcAft>
          </a:pPr>
          <a:r>
            <a:rPr lang="es-ES" sz="1600" b="1" kern="1200" dirty="0">
              <a:latin typeface="Times New Roman" panose="02020603050405020304" pitchFamily="18" charset="0"/>
              <a:cs typeface="Times New Roman" panose="02020603050405020304" pitchFamily="18" charset="0"/>
            </a:rPr>
            <a:t>Determinar un análisis de errores, luego de la realización de la propuesta. </a:t>
          </a:r>
        </a:p>
      </dsp:txBody>
      <dsp:txXfrm>
        <a:off x="6772122" y="3127824"/>
        <a:ext cx="1864367" cy="1973861"/>
      </dsp:txXfrm>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3D42180C-C856-4107-B641-D5977F3E184D}" type="datetimeFigureOut">
              <a:rPr lang="es-ES" smtClean="0"/>
              <a:t>10/11/2023</a:t>
            </a:fld>
            <a:endParaRPr lang="es-E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E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0983083-B414-4504-8B6D-6CB4DD37FAC0}" type="slidenum">
              <a:rPr lang="es-ES" smtClean="0"/>
              <a:t>‹Nº›</a:t>
            </a:fld>
            <a:endParaRPr lang="es-E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3D42180C-C856-4107-B641-D5977F3E184D}" type="datetimeFigureOut">
              <a:rPr lang="es-ES" smtClean="0"/>
              <a:t>10/11/2023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0983083-B414-4504-8B6D-6CB4DD37FAC0}" type="slidenum">
              <a:rPr lang="es-ES" smtClean="0"/>
              <a:t>‹Nº›</a:t>
            </a:fld>
            <a:endParaRPr lang="es-ES"/>
          </a:p>
        </p:txBody>
      </p:sp>
      <p:sp>
        <p:nvSpPr>
          <p:cNvPr id="11" name="Title 10"/>
          <p:cNvSpPr>
            <a:spLocks noGrp="1"/>
          </p:cNvSpPr>
          <p:nvPr>
            <p:ph type="title"/>
          </p:nvPr>
        </p:nvSpPr>
        <p:spPr/>
        <p:txBody>
          <a:bodyPr/>
          <a:lstStyle/>
          <a:p>
            <a:r>
              <a:rPr lang="es-ES"/>
              <a:t>Haga clic para modificar el estilo de título del patrón</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3D42180C-C856-4107-B641-D5977F3E184D}" type="datetimeFigureOut">
              <a:rPr lang="es-ES" smtClean="0"/>
              <a:t>10/11/2023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0983083-B414-4504-8B6D-6CB4DD37FAC0}"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D42180C-C856-4107-B641-D5977F3E184D}" type="datetimeFigureOut">
              <a:rPr lang="es-ES" smtClean="0"/>
              <a:t>10/11/2023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0983083-B414-4504-8B6D-6CB4DD37FAC0}" type="slidenum">
              <a:rPr lang="es-ES" smtClean="0"/>
              <a:t>‹Nº›</a:t>
            </a:fld>
            <a:endParaRPr lang="es-ES"/>
          </a:p>
        </p:txBody>
      </p:sp>
      <p:sp>
        <p:nvSpPr>
          <p:cNvPr id="12" name="Title 11"/>
          <p:cNvSpPr>
            <a:spLocks noGrp="1"/>
          </p:cNvSpPr>
          <p:nvPr>
            <p:ph type="title"/>
          </p:nvPr>
        </p:nvSpPr>
        <p:spPr/>
        <p:txBody>
          <a:bodyPr/>
          <a:lstStyle>
            <a:lvl1pPr>
              <a:defRPr>
                <a:solidFill>
                  <a:schemeClr val="tx2"/>
                </a:solidFill>
              </a:defRPr>
            </a:lvl1pPr>
          </a:lstStyle>
          <a:p>
            <a:r>
              <a:rPr lang="es-ES"/>
              <a:t>Haga clic para modificar el estilo de título del patrón</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D42180C-C856-4107-B641-D5977F3E184D}" type="datetimeFigureOut">
              <a:rPr lang="es-ES" smtClean="0"/>
              <a:t>10/11/2023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20983083-B414-4504-8B6D-6CB4DD37FAC0}" type="slidenum">
              <a:rPr lang="es-ES" smtClean="0"/>
              <a:t>‹Nº›</a:t>
            </a:fld>
            <a:endParaRPr lang="es-E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D42180C-C856-4107-B641-D5977F3E184D}" type="datetimeFigureOut">
              <a:rPr lang="es-ES" smtClean="0"/>
              <a:t>10/11/2023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20983083-B414-4504-8B6D-6CB4DD37FAC0}" type="slidenum">
              <a:rPr lang="es-ES" smtClean="0"/>
              <a:t>‹Nº›</a:t>
            </a:fld>
            <a:endParaRPr lang="es-E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42180C-C856-4107-B641-D5977F3E184D}" type="datetimeFigureOut">
              <a:rPr lang="es-ES" smtClean="0"/>
              <a:t>10/11/2023</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20983083-B414-4504-8B6D-6CB4DD37FAC0}"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s-ES"/>
              <a:t>Haga clic para modificar el estilo de título del patrón</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3D42180C-C856-4107-B641-D5977F3E184D}" type="datetimeFigureOut">
              <a:rPr lang="es-ES" smtClean="0"/>
              <a:t>10/11/2023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0983083-B414-4504-8B6D-6CB4DD37FAC0}"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s-ES"/>
              <a:t>Haga clic para modificar el estilo de título del patrón</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3D42180C-C856-4107-B641-D5977F3E184D}" type="datetimeFigureOut">
              <a:rPr lang="es-ES" smtClean="0"/>
              <a:t>10/11/2023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0983083-B414-4504-8B6D-6CB4DD37FAC0}"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3D42180C-C856-4107-B641-D5977F3E184D}" type="datetimeFigureOut">
              <a:rPr lang="es-ES" smtClean="0"/>
              <a:t>10/11/2023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0983083-B414-4504-8B6D-6CB4DD37FAC0}" type="slidenum">
              <a:rPr lang="es-ES" smtClean="0"/>
              <a:t>‹Nº›</a:t>
            </a:fld>
            <a:endParaRPr lang="es-E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3D42180C-C856-4107-B641-D5977F3E184D}" type="datetimeFigureOut">
              <a:rPr lang="es-ES" smtClean="0"/>
              <a:t>10/11/2023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0983083-B414-4504-8B6D-6CB4DD37FAC0}" type="slidenum">
              <a:rPr lang="es-ES" smtClean="0"/>
              <a:t>‹Nº›</a:t>
            </a:fld>
            <a:endParaRPr lang="es-E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3D42180C-C856-4107-B641-D5977F3E184D}" type="datetimeFigureOut">
              <a:rPr lang="es-ES" smtClean="0"/>
              <a:t>10/11/2023</a:t>
            </a:fld>
            <a:endParaRPr lang="es-E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s-E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20983083-B414-4504-8B6D-6CB4DD37FAC0}"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diagramLayout" Target="../diagrams/layout1.xml"/><Relationship Id="rId7" Type="http://schemas.openxmlformats.org/officeDocument/2006/relationships/image" Target="../media/image5.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image" Target="../media/image9.png"/><Relationship Id="rId5" Type="http://schemas.openxmlformats.org/officeDocument/2006/relationships/diagramColors" Target="../diagrams/colors1.xml"/><Relationship Id="rId10" Type="http://schemas.openxmlformats.org/officeDocument/2006/relationships/image" Target="../media/image8.jpeg"/><Relationship Id="rId4" Type="http://schemas.openxmlformats.org/officeDocument/2006/relationships/diagramQuickStyle" Target="../diagrams/quickStyle1.xml"/><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diagramLayout" Target="../diagrams/layout3.xml"/><Relationship Id="rId7" Type="http://schemas.openxmlformats.org/officeDocument/2006/relationships/image" Target="../media/image10.png"/><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0.png"/><Relationship Id="rId1" Type="http://schemas.openxmlformats.org/officeDocument/2006/relationships/slideLayout" Target="../slideLayouts/slideLayout7.xml"/><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0.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1 Título"/>
          <p:cNvSpPr>
            <a:spLocks noGrp="1"/>
          </p:cNvSpPr>
          <p:nvPr>
            <p:ph type="ctrTitle"/>
          </p:nvPr>
        </p:nvSpPr>
        <p:spPr>
          <a:xfrm>
            <a:off x="1" y="3807493"/>
            <a:ext cx="9144000" cy="1421707"/>
          </a:xfrm>
          <a:solidFill>
            <a:srgbClr val="154C98"/>
          </a:solidFill>
          <a:ln w="57150">
            <a:solidFill>
              <a:srgbClr val="154C98"/>
            </a:solidFill>
          </a:ln>
        </p:spPr>
        <p:style>
          <a:lnRef idx="0">
            <a:schemeClr val="dk1"/>
          </a:lnRef>
          <a:fillRef idx="3">
            <a:schemeClr val="dk1"/>
          </a:fillRef>
          <a:effectRef idx="3">
            <a:schemeClr val="dk1"/>
          </a:effectRef>
          <a:fontRef idx="minor">
            <a:schemeClr val="lt1"/>
          </a:fontRef>
        </p:style>
        <p:txBody>
          <a:bodyPr>
            <a:noAutofit/>
          </a:bodyPr>
          <a:lstStyle/>
          <a:p>
            <a:endParaRPr lang="es-ES" sz="2800" b="1" dirty="0">
              <a:solidFill>
                <a:srgbClr val="00B050"/>
              </a:solidFill>
              <a:effectLst/>
              <a:latin typeface="Arial" pitchFamily="34" charset="0"/>
              <a:cs typeface="Arial" pitchFamily="34" charset="0"/>
            </a:endParaRPr>
          </a:p>
        </p:txBody>
      </p:sp>
      <p:sp>
        <p:nvSpPr>
          <p:cNvPr id="3" name="2 Subtítulo"/>
          <p:cNvSpPr>
            <a:spLocks noGrp="1"/>
          </p:cNvSpPr>
          <p:nvPr>
            <p:ph type="subTitle" idx="1"/>
          </p:nvPr>
        </p:nvSpPr>
        <p:spPr>
          <a:xfrm>
            <a:off x="1979712" y="5564832"/>
            <a:ext cx="6400800" cy="1752600"/>
          </a:xfrm>
        </p:spPr>
        <p:txBody>
          <a:bodyPr>
            <a:normAutofit/>
          </a:bodyPr>
          <a:lstStyle/>
          <a:p>
            <a:pPr algn="r"/>
            <a:r>
              <a:rPr lang="es-ES" b="1" dirty="0">
                <a:solidFill>
                  <a:srgbClr val="154C98"/>
                </a:solidFill>
                <a:latin typeface="Arial" pitchFamily="34" charset="0"/>
                <a:cs typeface="Arial" pitchFamily="34" charset="0"/>
              </a:rPr>
              <a:t>Autor:</a:t>
            </a:r>
          </a:p>
          <a:p>
            <a:pPr algn="r"/>
            <a:r>
              <a:rPr lang="es-ES" b="1" dirty="0">
                <a:solidFill>
                  <a:srgbClr val="154C98"/>
                </a:solidFill>
                <a:latin typeface="Arial" pitchFamily="34" charset="0"/>
                <a:cs typeface="Arial" pitchFamily="34" charset="0"/>
              </a:rPr>
              <a:t>Br. Daniel. E Cazorla. P</a:t>
            </a:r>
          </a:p>
        </p:txBody>
      </p:sp>
      <p:pic>
        <p:nvPicPr>
          <p:cNvPr id="4" name="Imagen 3">
            <a:extLst>
              <a:ext uri="{FF2B5EF4-FFF2-40B4-BE49-F238E27FC236}">
                <a16:creationId xmlns:a16="http://schemas.microsoft.com/office/drawing/2014/main" id="{350977F9-C2BC-EABF-5EC5-EAD9256DD014}"/>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0" b="100000" l="0" r="100000">
                        <a14:foregroundMark x1="5000" y1="42000" x2="5000" y2="42000"/>
                        <a14:foregroundMark x1="46000" y1="65000" x2="46000" y2="65000"/>
                        <a14:foregroundMark x1="36000" y1="89000" x2="36000" y2="89000"/>
                        <a14:foregroundMark x1="63000" y1="92000" x2="63000" y2="92000"/>
                        <a14:foregroundMark x1="92000" y1="47000" x2="92000" y2="47000"/>
                      </a14:backgroundRemoval>
                    </a14:imgEffect>
                  </a14:imgLayer>
                </a14:imgProps>
              </a:ext>
              <a:ext uri="{28A0092B-C50C-407E-A947-70E740481C1C}">
                <a14:useLocalDpi xmlns:a14="http://schemas.microsoft.com/office/drawing/2010/main" val="0"/>
              </a:ext>
            </a:extLst>
          </a:blip>
          <a:stretch>
            <a:fillRect/>
          </a:stretch>
        </p:blipFill>
        <p:spPr>
          <a:xfrm>
            <a:off x="3621162" y="865402"/>
            <a:ext cx="1901676" cy="1901676"/>
          </a:xfrm>
          <a:prstGeom prst="rect">
            <a:avLst/>
          </a:prstGeom>
          <a:effectLst>
            <a:outerShdw blurRad="50800" dist="38100" dir="5400000" algn="t" rotWithShape="0">
              <a:prstClr val="black">
                <a:alpha val="40000"/>
              </a:prstClr>
            </a:outerShdw>
          </a:effectLst>
        </p:spPr>
      </p:pic>
      <p:sp>
        <p:nvSpPr>
          <p:cNvPr id="5" name="1 Título">
            <a:extLst>
              <a:ext uri="{FF2B5EF4-FFF2-40B4-BE49-F238E27FC236}">
                <a16:creationId xmlns:a16="http://schemas.microsoft.com/office/drawing/2014/main" id="{3BF254E3-1B6E-0845-963E-E3BBB5909B44}"/>
              </a:ext>
            </a:extLst>
          </p:cNvPr>
          <p:cNvSpPr txBox="1">
            <a:spLocks/>
          </p:cNvSpPr>
          <p:nvPr/>
        </p:nvSpPr>
        <p:spPr>
          <a:xfrm>
            <a:off x="865593" y="3807493"/>
            <a:ext cx="7450823" cy="1421707"/>
          </a:xfrm>
          <a:prstGeom prst="rect">
            <a:avLst/>
          </a:prstGeom>
          <a:solidFill>
            <a:srgbClr val="154C98"/>
          </a:solidFill>
          <a:ln w="57150">
            <a:solidFill>
              <a:srgbClr val="154C98"/>
            </a:solidFill>
          </a:ln>
        </p:spPr>
        <p:style>
          <a:lnRef idx="0">
            <a:schemeClr val="dk1"/>
          </a:lnRef>
          <a:fillRef idx="3">
            <a:schemeClr val="dk1"/>
          </a:fillRef>
          <a:effectRef idx="3">
            <a:schemeClr val="dk1"/>
          </a:effectRef>
          <a:fontRef idx="minor">
            <a:schemeClr val="lt1"/>
          </a:fontRef>
        </p:style>
        <p:txBody>
          <a:bodyPr vert="horz" lIns="91440" tIns="45720" rIns="91440" bIns="45720" rtlCol="0" anchor="b">
            <a:noAutofit/>
          </a:bodyPr>
          <a:lstStyle>
            <a:lvl1pPr algn="ctr" defTabSz="914400" rtl="0" eaLnBrk="1" latinLnBrk="0" hangingPunct="1">
              <a:spcBef>
                <a:spcPct val="0"/>
              </a:spcBef>
              <a:buNone/>
              <a:defRPr sz="5400" kern="1200">
                <a:ln w="3175">
                  <a:solidFill>
                    <a:schemeClr val="tx1">
                      <a:alpha val="65000"/>
                    </a:schemeClr>
                  </a:solidFill>
                </a:ln>
                <a:solidFill>
                  <a:schemeClr val="tx1"/>
                </a:solidFill>
                <a:effectLst>
                  <a:outerShdw blurRad="25400" dist="12700" dir="14220000" rotWithShape="0">
                    <a:prstClr val="black">
                      <a:alpha val="50000"/>
                    </a:prstClr>
                  </a:outerShdw>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s-ES" sz="1800" b="1" dirty="0">
                <a:effectLst/>
                <a:latin typeface="Times New Roman" panose="02020603050405020304" pitchFamily="18" charset="0"/>
                <a:ea typeface="Calibri" panose="020F0502020204030204" pitchFamily="34" charset="0"/>
                <a:cs typeface="SimSun" panose="02010600030101010101" pitchFamily="2" charset="-122"/>
              </a:rPr>
              <a:t>DESARROLLO DE UNA APLICACIÓN MÓVIL BASADA EN REALIDAD VIRTUAL NO INMERSIVA PARA LA EVALUACIÓN DEL DETERIORO COGNITIVO EN EL PROCESO DE SELECCIÓN DE PERSONAL EN LA DIRECCIÓN DE EVALUACIÓN Y APOYO PSICOLÓGICO DE LA UNIMAR</a:t>
            </a:r>
            <a:endParaRPr lang="es-ES" sz="2800" b="1" dirty="0">
              <a:solidFill>
                <a:srgbClr val="00B050"/>
              </a:solidFill>
              <a:effectLst/>
              <a:latin typeface="Arial" pitchFamily="34" charset="0"/>
              <a:cs typeface="Arial" pitchFamily="34" charset="0"/>
            </a:endParaRPr>
          </a:p>
        </p:txBody>
      </p:sp>
    </p:spTree>
    <p:extLst>
      <p:ext uri="{BB962C8B-B14F-4D97-AF65-F5344CB8AC3E}">
        <p14:creationId xmlns:p14="http://schemas.microsoft.com/office/powerpoint/2010/main" val="269764033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13" name="12 Diagrama"/>
          <p:cNvGraphicFramePr/>
          <p:nvPr>
            <p:extLst>
              <p:ext uri="{D42A27DB-BD31-4B8C-83A1-F6EECF244321}">
                <p14:modId xmlns:p14="http://schemas.microsoft.com/office/powerpoint/2010/main" val="2052851530"/>
              </p:ext>
            </p:extLst>
          </p:nvPr>
        </p:nvGraphicFramePr>
        <p:xfrm>
          <a:off x="1488075" y="901501"/>
          <a:ext cx="5820229" cy="47481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 name="Picture 2"/>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683568" y="692696"/>
            <a:ext cx="1801017" cy="6210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p:blipFill>
        <p:spPr bwMode="auto">
          <a:xfrm>
            <a:off x="6718313" y="4048501"/>
            <a:ext cx="1806272" cy="108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p:blipFill>
        <p:spPr bwMode="auto">
          <a:xfrm>
            <a:off x="441123" y="4171206"/>
            <a:ext cx="1728000" cy="108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p:blipFill>
        <p:spPr bwMode="auto">
          <a:xfrm>
            <a:off x="6838736" y="486045"/>
            <a:ext cx="1620000" cy="108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5" name="Título 1"/>
          <p:cNvSpPr txBox="1">
            <a:spLocks/>
          </p:cNvSpPr>
          <p:nvPr/>
        </p:nvSpPr>
        <p:spPr>
          <a:xfrm>
            <a:off x="179512" y="5546915"/>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150000"/>
              </a:lnSpc>
              <a:spcBef>
                <a:spcPct val="0"/>
              </a:spcBef>
              <a:spcAft>
                <a:spcPts val="0"/>
              </a:spcAft>
              <a:buClrTx/>
              <a:buSzTx/>
              <a:buFontTx/>
              <a:buNone/>
              <a:tabLst/>
              <a:defRPr/>
            </a:pPr>
            <a:r>
              <a:rPr lang="es-ES" sz="2000" b="1" dirty="0">
                <a:latin typeface="Arial Black" panose="020B0A04020102020204" pitchFamily="34" charset="0"/>
              </a:rPr>
              <a:t>FORMULACIÓN</a:t>
            </a:r>
            <a:r>
              <a:rPr kumimoji="0" lang="es-ES" sz="2000" b="1" u="none" strike="noStrike" kern="1200" cap="none" spc="0" normalizeH="0" baseline="0" noProof="0" dirty="0">
                <a:ln>
                  <a:noFill/>
                </a:ln>
                <a:uLnTx/>
                <a:uFillTx/>
                <a:latin typeface="Arial Black" panose="020B0A04020102020204" pitchFamily="34" charset="0"/>
              </a:rPr>
              <a:t> DEL PROBLEMA</a:t>
            </a:r>
          </a:p>
        </p:txBody>
      </p:sp>
      <p:pic>
        <p:nvPicPr>
          <p:cNvPr id="8" name="Imagen 7">
            <a:extLst>
              <a:ext uri="{FF2B5EF4-FFF2-40B4-BE49-F238E27FC236}">
                <a16:creationId xmlns:a16="http://schemas.microsoft.com/office/drawing/2014/main" id="{1447EF6E-86F2-3614-AC2D-2B3805F0265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8107123" y="5877201"/>
            <a:ext cx="703295" cy="712800"/>
          </a:xfrm>
          <a:prstGeom prst="rect">
            <a:avLst/>
          </a:prstGeom>
        </p:spPr>
      </p:pic>
    </p:spTree>
    <p:extLst>
      <p:ext uri="{BB962C8B-B14F-4D97-AF65-F5344CB8AC3E}">
        <p14:creationId xmlns:p14="http://schemas.microsoft.com/office/powerpoint/2010/main" val="283595351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4C98"/>
        </a:solidFill>
        <a:effectLst/>
      </p:bgPr>
    </p:bg>
    <p:spTree>
      <p:nvGrpSpPr>
        <p:cNvPr id="1" name=""/>
        <p:cNvGrpSpPr/>
        <p:nvPr/>
      </p:nvGrpSpPr>
      <p:grpSpPr>
        <a:xfrm>
          <a:off x="0" y="0"/>
          <a:ext cx="0" cy="0"/>
          <a:chOff x="0" y="0"/>
          <a:chExt cx="0" cy="0"/>
        </a:xfrm>
      </p:grpSpPr>
      <p:sp>
        <p:nvSpPr>
          <p:cNvPr id="2" name="Título 1"/>
          <p:cNvSpPr txBox="1">
            <a:spLocks/>
          </p:cNvSpPr>
          <p:nvPr/>
        </p:nvSpPr>
        <p:spPr>
          <a:xfrm>
            <a:off x="179512" y="5647488"/>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s-ES" sz="2000" b="1" u="none" strike="noStrike" kern="1200" cap="none" spc="0" normalizeH="0" baseline="0" noProof="0" dirty="0">
                <a:ln>
                  <a:noFill/>
                </a:ln>
                <a:solidFill>
                  <a:schemeClr val="bg1"/>
                </a:solidFill>
                <a:uLnTx/>
                <a:uFillTx/>
                <a:latin typeface="Arial Black" panose="020B0A04020102020204" pitchFamily="34" charset="0"/>
              </a:rPr>
              <a:t>OBJETIVOS</a:t>
            </a:r>
            <a:r>
              <a:rPr kumimoji="0" lang="es-ES" sz="2200" b="1" u="none" strike="noStrike" kern="1200" cap="none" spc="0" normalizeH="0" baseline="0" noProof="0" dirty="0">
                <a:ln>
                  <a:noFill/>
                </a:ln>
                <a:solidFill>
                  <a:schemeClr val="bg1"/>
                </a:solidFill>
                <a:uLnTx/>
                <a:uFillTx/>
                <a:latin typeface="Arial Black" panose="020B0A04020102020204" pitchFamily="34" charset="0"/>
              </a:rPr>
              <a:t> DE LA INVESTIGACIÓN</a:t>
            </a:r>
          </a:p>
        </p:txBody>
      </p:sp>
      <p:graphicFrame>
        <p:nvGraphicFramePr>
          <p:cNvPr id="8" name="7 Diagrama"/>
          <p:cNvGraphicFramePr/>
          <p:nvPr>
            <p:extLst>
              <p:ext uri="{D42A27DB-BD31-4B8C-83A1-F6EECF244321}">
                <p14:modId xmlns:p14="http://schemas.microsoft.com/office/powerpoint/2010/main" val="3932023505"/>
              </p:ext>
            </p:extLst>
          </p:nvPr>
        </p:nvGraphicFramePr>
        <p:xfrm>
          <a:off x="73294" y="44624"/>
          <a:ext cx="8868374" cy="59492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A4BBF23E-91C0-F6CA-E205-724CD7AA7FD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107123" y="267999"/>
            <a:ext cx="703225" cy="712729"/>
          </a:xfrm>
          <a:prstGeom prst="rect">
            <a:avLst/>
          </a:prstGeom>
        </p:spPr>
      </p:pic>
      <p:pic>
        <p:nvPicPr>
          <p:cNvPr id="3" name="Picture 4" descr="8 requisitos que las empresas piden a los programadores - WeRemote">
            <a:extLst>
              <a:ext uri="{FF2B5EF4-FFF2-40B4-BE49-F238E27FC236}">
                <a16:creationId xmlns:a16="http://schemas.microsoft.com/office/drawing/2014/main" id="{145D5322-A4E5-7250-3F34-B6935ABFB74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804248" y="5368524"/>
            <a:ext cx="1720112" cy="1146741"/>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56285372"/>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txBox="1">
            <a:spLocks/>
          </p:cNvSpPr>
          <p:nvPr/>
        </p:nvSpPr>
        <p:spPr>
          <a:xfrm>
            <a:off x="179512" y="5647488"/>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a:defRPr/>
            </a:pPr>
            <a:r>
              <a:rPr lang="es-ES" sz="2000" b="1" dirty="0">
                <a:latin typeface="Arial Black" panose="020B0A04020102020204" pitchFamily="34" charset="0"/>
              </a:rPr>
              <a:t>BASES TEÓRICAS </a:t>
            </a:r>
            <a:r>
              <a:rPr lang="es-ES" sz="2400" b="1" noProof="0" dirty="0">
                <a:solidFill>
                  <a:schemeClr val="bg1"/>
                </a:solidFill>
                <a:latin typeface="Arial Black" panose="020B0A04020102020204" pitchFamily="34" charset="0"/>
              </a:rPr>
              <a:t>LÍNEA DE IVESTIG</a:t>
            </a:r>
            <a:endParaRPr kumimoji="0" lang="es-ES" sz="2800" b="1" u="none" strike="noStrike" kern="1200" cap="none" spc="0" normalizeH="0" baseline="0" noProof="0" dirty="0">
              <a:ln>
                <a:noFill/>
              </a:ln>
              <a:solidFill>
                <a:schemeClr val="bg1"/>
              </a:solidFill>
              <a:uLnTx/>
              <a:uFillTx/>
              <a:latin typeface="Arial Black" panose="020B0A04020102020204" pitchFamily="34" charset="0"/>
            </a:endParaRPr>
          </a:p>
        </p:txBody>
      </p:sp>
      <p:sp>
        <p:nvSpPr>
          <p:cNvPr id="3" name="Título 1"/>
          <p:cNvSpPr txBox="1">
            <a:spLocks/>
          </p:cNvSpPr>
          <p:nvPr/>
        </p:nvSpPr>
        <p:spPr>
          <a:xfrm>
            <a:off x="311151" y="404664"/>
            <a:ext cx="5556994" cy="1622397"/>
          </a:xfrm>
          <a:prstGeom prst="rect">
            <a:avLst/>
          </a:prstGeom>
          <a:solidFill>
            <a:srgbClr val="154C98"/>
          </a:solidFill>
          <a:ln w="38100">
            <a:solidFill>
              <a:schemeClr val="bg1">
                <a:lumMod val="50000"/>
              </a:schemeClr>
            </a:solidFill>
          </a:ln>
        </p:spPr>
        <p:txBody>
          <a:bodyPr>
            <a:normAutofit fontScale="25000" lnSpcReduction="20000"/>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ct val="170000"/>
              </a:lnSpc>
            </a:pPr>
            <a:r>
              <a:rPr lang="es-ES" sz="5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Sistema operativo Android</a:t>
            </a:r>
            <a:r>
              <a:rPr lang="es-ES" sz="1600" dirty="0">
                <a:solidFill>
                  <a:schemeClr val="bg1"/>
                </a:solidFill>
                <a:latin typeface="Times New Roman" panose="02020603050405020304" pitchFamily="18" charset="0"/>
                <a:cs typeface="Times New Roman" panose="02020603050405020304" pitchFamily="18" charset="0"/>
              </a:rPr>
              <a:t/>
            </a:r>
            <a:br>
              <a:rPr lang="es-ES" sz="1600" dirty="0">
                <a:solidFill>
                  <a:schemeClr val="bg1"/>
                </a:solidFill>
                <a:latin typeface="Times New Roman" panose="02020603050405020304" pitchFamily="18" charset="0"/>
                <a:cs typeface="Times New Roman" panose="02020603050405020304" pitchFamily="18" charset="0"/>
              </a:rPr>
            </a:br>
            <a:r>
              <a:rPr lang="es-ES" dirty="0">
                <a:solidFill>
                  <a:schemeClr val="bg1"/>
                </a:solidFill>
                <a:latin typeface="Arial" panose="020B0604020202020204" pitchFamily="34" charset="0"/>
                <a:cs typeface="Arial" panose="020B0604020202020204" pitchFamily="34" charset="0"/>
              </a:rPr>
              <a:t>Gómez, A (2014:09) define que: “Android es un sistema operativo basado en el </a:t>
            </a:r>
            <a:r>
              <a:rPr lang="es-ES" dirty="0" err="1">
                <a:solidFill>
                  <a:schemeClr val="bg1"/>
                </a:solidFill>
                <a:latin typeface="Arial" panose="020B0604020202020204" pitchFamily="34" charset="0"/>
                <a:cs typeface="Arial" panose="020B0604020202020204" pitchFamily="34" charset="0"/>
              </a:rPr>
              <a:t>kernel</a:t>
            </a:r>
            <a:r>
              <a:rPr lang="es-ES" dirty="0">
                <a:solidFill>
                  <a:schemeClr val="bg1"/>
                </a:solidFill>
                <a:latin typeface="Arial" panose="020B0604020202020204" pitchFamily="34" charset="0"/>
                <a:cs typeface="Arial" panose="020B0604020202020204" pitchFamily="34" charset="0"/>
              </a:rPr>
              <a:t> de Linux y diseñado principalmente para dispositivos móviles con pantalla táctil, tales como Smartphone o Tabletas. Inicialmente desarrollado por Android </a:t>
            </a:r>
            <a:r>
              <a:rPr lang="es-ES" dirty="0" err="1">
                <a:solidFill>
                  <a:schemeClr val="bg1"/>
                </a:solidFill>
                <a:latin typeface="Arial" panose="020B0604020202020204" pitchFamily="34" charset="0"/>
                <a:cs typeface="Arial" panose="020B0604020202020204" pitchFamily="34" charset="0"/>
              </a:rPr>
              <a:t>Inc</a:t>
            </a:r>
            <a:r>
              <a:rPr lang="es-ES" dirty="0">
                <a:solidFill>
                  <a:schemeClr val="bg1"/>
                </a:solidFill>
                <a:latin typeface="Arial" panose="020B0604020202020204" pitchFamily="34" charset="0"/>
                <a:cs typeface="Arial" panose="020B0604020202020204" pitchFamily="34" charset="0"/>
              </a:rPr>
              <a:t>”. </a:t>
            </a:r>
            <a:endParaRPr lang="es-ES" sz="1600" b="1" dirty="0">
              <a:solidFill>
                <a:schemeClr val="bg1"/>
              </a:solidFill>
              <a:effectLst>
                <a:outerShdw blurRad="38100" dist="38100" dir="2700000" algn="tl">
                  <a:srgbClr val="000000">
                    <a:alpha val="43137"/>
                  </a:srgbClr>
                </a:outerShdw>
              </a:effectLst>
              <a:latin typeface="Arial" pitchFamily="34" charset="0"/>
              <a:cs typeface="Arial" pitchFamily="34" charset="0"/>
            </a:endParaRPr>
          </a:p>
        </p:txBody>
      </p:sp>
      <p:sp>
        <p:nvSpPr>
          <p:cNvPr id="4" name="Título 1"/>
          <p:cNvSpPr txBox="1">
            <a:spLocks/>
          </p:cNvSpPr>
          <p:nvPr/>
        </p:nvSpPr>
        <p:spPr>
          <a:xfrm>
            <a:off x="311150" y="2273198"/>
            <a:ext cx="5556995" cy="1622397"/>
          </a:xfrm>
          <a:prstGeom prst="rect">
            <a:avLst/>
          </a:prstGeom>
          <a:solidFill>
            <a:srgbClr val="154C98"/>
          </a:solidFill>
          <a:ln w="38100">
            <a:solidFill>
              <a:schemeClr val="bg1">
                <a:lumMod val="50000"/>
              </a:scheme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a:lnSpc>
                <a:spcPct val="150000"/>
              </a:lnSpc>
            </a:pPr>
            <a:r>
              <a:rPr lang="es-ES" sz="1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Aplicaciones Móviles</a:t>
            </a:r>
            <a:r>
              <a:rPr lang="es-ES" sz="1400" dirty="0">
                <a:solidFill>
                  <a:schemeClr val="bg1"/>
                </a:solidFill>
              </a:rPr>
              <a:t/>
            </a:r>
            <a:br>
              <a:rPr lang="es-ES" sz="1400" dirty="0">
                <a:solidFill>
                  <a:schemeClr val="bg1"/>
                </a:solidFill>
              </a:rPr>
            </a:br>
            <a:r>
              <a:rPr lang="es-ES" sz="1400" dirty="0">
                <a:solidFill>
                  <a:schemeClr val="bg1"/>
                </a:solidFill>
              </a:rPr>
              <a:t>Florido. L (2014) “es aquel software que ser utiliza en un dispositivo móvil como herramienta de comunicación, gestión, venta de servicios-productos orientados a proporcionar al usuario las necesidades que demande de forma automática e interactiva”.</a:t>
            </a:r>
            <a:endParaRPr lang="es-ES" sz="1400" b="1" dirty="0">
              <a:solidFill>
                <a:schemeClr val="bg1"/>
              </a:solidFill>
              <a:effectLst>
                <a:outerShdw blurRad="38100" dist="38100" dir="2700000" algn="tl">
                  <a:srgbClr val="000000">
                    <a:alpha val="43137"/>
                  </a:srgbClr>
                </a:outerShdw>
              </a:effectLst>
            </a:endParaRPr>
          </a:p>
        </p:txBody>
      </p:sp>
      <p:sp>
        <p:nvSpPr>
          <p:cNvPr id="5" name="Título 1"/>
          <p:cNvSpPr txBox="1">
            <a:spLocks/>
          </p:cNvSpPr>
          <p:nvPr/>
        </p:nvSpPr>
        <p:spPr>
          <a:xfrm>
            <a:off x="311150" y="4138218"/>
            <a:ext cx="5556995" cy="1579250"/>
          </a:xfrm>
          <a:prstGeom prst="rect">
            <a:avLst/>
          </a:prstGeom>
          <a:solidFill>
            <a:srgbClr val="154C98"/>
          </a:solidFill>
          <a:ln w="38100">
            <a:solidFill>
              <a:schemeClr val="bg1">
                <a:lumMod val="50000"/>
              </a:scheme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a:lnSpc>
                <a:spcPct val="150000"/>
              </a:lnSpc>
            </a:pPr>
            <a:r>
              <a:rPr lang="es-ES" sz="1400"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Realidad Virtual</a:t>
            </a:r>
            <a:r>
              <a:rPr lang="es-ES" sz="1400" dirty="0">
                <a:solidFill>
                  <a:schemeClr val="bg1"/>
                </a:solidFill>
              </a:rPr>
              <a:t/>
            </a:r>
            <a:br>
              <a:rPr lang="es-ES" sz="1400" dirty="0">
                <a:solidFill>
                  <a:schemeClr val="bg1"/>
                </a:solidFill>
              </a:rPr>
            </a:br>
            <a:r>
              <a:rPr lang="es-ES" sz="1400" dirty="0">
                <a:solidFill>
                  <a:schemeClr val="bg1"/>
                </a:solidFill>
              </a:rPr>
              <a:t>La realidad virtual no inmersiva se reconoce como la opción de VR que involucra menos a los sentidos y percepciones del usuario, pues este visualiza el entorno mediante el uso de una pantalla.</a:t>
            </a:r>
            <a:endParaRPr lang="es-ES" sz="1400" b="1" dirty="0">
              <a:solidFill>
                <a:schemeClr val="bg1"/>
              </a:solidFill>
              <a:effectLst>
                <a:outerShdw blurRad="38100" dist="38100" dir="2700000" algn="tl">
                  <a:srgbClr val="000000">
                    <a:alpha val="43137"/>
                  </a:srgbClr>
                </a:outerShdw>
              </a:effectLst>
            </a:endParaRPr>
          </a:p>
        </p:txBody>
      </p:sp>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40626" y="545006"/>
            <a:ext cx="2201344" cy="12146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0626" y="2495114"/>
            <a:ext cx="2201344" cy="12333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5"/>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821216" y="4285731"/>
            <a:ext cx="1931044" cy="12842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8 Cheurón"/>
          <p:cNvSpPr/>
          <p:nvPr/>
        </p:nvSpPr>
        <p:spPr>
          <a:xfrm>
            <a:off x="6082064" y="603684"/>
            <a:ext cx="360040" cy="1237466"/>
          </a:xfrm>
          <a:prstGeom prst="chevron">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ES">
              <a:solidFill>
                <a:schemeClr val="tx1"/>
              </a:solidFill>
            </a:endParaRPr>
          </a:p>
        </p:txBody>
      </p:sp>
      <p:sp>
        <p:nvSpPr>
          <p:cNvPr id="10" name="9 Cheurón"/>
          <p:cNvSpPr/>
          <p:nvPr/>
        </p:nvSpPr>
        <p:spPr>
          <a:xfrm>
            <a:off x="6082064" y="2455435"/>
            <a:ext cx="360040" cy="1237466"/>
          </a:xfrm>
          <a:prstGeom prst="chevron">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s-ES">
              <a:solidFill>
                <a:schemeClr val="tx1"/>
              </a:solidFill>
            </a:endParaRPr>
          </a:p>
        </p:txBody>
      </p:sp>
      <p:sp>
        <p:nvSpPr>
          <p:cNvPr id="11" name="10 Cheurón"/>
          <p:cNvSpPr/>
          <p:nvPr/>
        </p:nvSpPr>
        <p:spPr>
          <a:xfrm>
            <a:off x="6112649" y="4309110"/>
            <a:ext cx="360040" cy="1237466"/>
          </a:xfrm>
          <a:prstGeom prst="chevron">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s-ES">
              <a:solidFill>
                <a:schemeClr val="tx1"/>
              </a:solidFill>
            </a:endParaRPr>
          </a:p>
        </p:txBody>
      </p:sp>
      <p:pic>
        <p:nvPicPr>
          <p:cNvPr id="15" name="Imagen 14">
            <a:extLst>
              <a:ext uri="{FF2B5EF4-FFF2-40B4-BE49-F238E27FC236}">
                <a16:creationId xmlns:a16="http://schemas.microsoft.com/office/drawing/2014/main" id="{E277F2E8-98E3-7E07-F381-02427E18106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107123" y="5877201"/>
            <a:ext cx="703295" cy="712800"/>
          </a:xfrm>
          <a:prstGeom prst="rect">
            <a:avLst/>
          </a:prstGeom>
        </p:spPr>
      </p:pic>
    </p:spTree>
    <p:extLst>
      <p:ext uri="{BB962C8B-B14F-4D97-AF65-F5344CB8AC3E}">
        <p14:creationId xmlns:p14="http://schemas.microsoft.com/office/powerpoint/2010/main" val="1315692534"/>
      </p:ext>
    </p:extLst>
  </p:cSld>
  <p:clrMapOvr>
    <a:masterClrMapping/>
  </p:clrMapOvr>
  <p:transition spd="slow">
    <p:push dir="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54C98"/>
        </a:solidFill>
        <a:effectLst/>
      </p:bgPr>
    </p:bg>
    <p:spTree>
      <p:nvGrpSpPr>
        <p:cNvPr id="1" name=""/>
        <p:cNvGrpSpPr/>
        <p:nvPr/>
      </p:nvGrpSpPr>
      <p:grpSpPr>
        <a:xfrm>
          <a:off x="0" y="0"/>
          <a:ext cx="0" cy="0"/>
          <a:chOff x="0" y="0"/>
          <a:chExt cx="0" cy="0"/>
        </a:xfrm>
      </p:grpSpPr>
      <p:sp>
        <p:nvSpPr>
          <p:cNvPr id="14" name="Título 1"/>
          <p:cNvSpPr txBox="1">
            <a:spLocks/>
          </p:cNvSpPr>
          <p:nvPr/>
        </p:nvSpPr>
        <p:spPr>
          <a:xfrm>
            <a:off x="309730" y="5589240"/>
            <a:ext cx="6926566" cy="90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endParaRPr kumimoji="0" lang="es-ES" sz="2200" b="1" u="none" strike="noStrike" kern="1200" cap="none" spc="0" normalizeH="0" baseline="0" noProof="0" dirty="0">
              <a:ln>
                <a:noFill/>
              </a:ln>
              <a:solidFill>
                <a:schemeClr val="bg1"/>
              </a:solidFill>
              <a:uLnTx/>
              <a:uFillTx/>
              <a:latin typeface="Arial Black" panose="020B0A04020102020204" pitchFamily="34" charset="0"/>
            </a:endParaRPr>
          </a:p>
        </p:txBody>
      </p:sp>
      <p:sp>
        <p:nvSpPr>
          <p:cNvPr id="12" name="Rectángulo 8">
            <a:extLst>
              <a:ext uri="{FF2B5EF4-FFF2-40B4-BE49-F238E27FC236}">
                <a16:creationId xmlns:a16="http://schemas.microsoft.com/office/drawing/2014/main" id="{D6EDADEC-111B-1528-C030-C422777199CE}"/>
              </a:ext>
            </a:extLst>
          </p:cNvPr>
          <p:cNvSpPr/>
          <p:nvPr/>
        </p:nvSpPr>
        <p:spPr>
          <a:xfrm>
            <a:off x="173253" y="1058343"/>
            <a:ext cx="5550875" cy="791050"/>
          </a:xfrm>
          <a:prstGeom prst="rect">
            <a:avLst/>
          </a:prstGeom>
          <a:gradFill>
            <a:gsLst>
              <a:gs pos="11000">
                <a:srgbClr val="154C98"/>
              </a:gs>
              <a:gs pos="100000">
                <a:schemeClr val="bg1"/>
              </a:gs>
            </a:gsLst>
            <a:lin ang="5160000" scaled="0"/>
          </a:gradFill>
          <a:ln w="19050" cap="flat" cmpd="sng" algn="ctr">
            <a:solidFill>
              <a:srgbClr val="154C98"/>
            </a:solidFill>
            <a:prstDash val="solid"/>
            <a:miter lim="800000"/>
          </a:ln>
          <a:effectLst/>
        </p:spPr>
        <p:txBody>
          <a:bodyPr wrap="square">
            <a:spAutoFit/>
          </a:bodyPr>
          <a:lstStyle/>
          <a:p>
            <a:pPr>
              <a:lnSpc>
                <a:spcPct val="150000"/>
              </a:lnSpc>
            </a:pPr>
            <a:r>
              <a:rPr kumimoji="0" lang="es-VE" b="1"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rPr>
              <a:t>Línea de Investigación</a:t>
            </a:r>
            <a:endParaRPr lang="es-VE" dirty="0"/>
          </a:p>
          <a:p>
            <a:pPr marL="0" marR="0" lvl="0" indent="0" defTabSz="914400" eaLnBrk="1" fontAlgn="auto" latinLnBrk="0" hangingPunct="1">
              <a:lnSpc>
                <a:spcPct val="150000"/>
              </a:lnSpc>
              <a:spcBef>
                <a:spcPts val="0"/>
              </a:spcBef>
              <a:spcAft>
                <a:spcPts val="800"/>
              </a:spcAft>
              <a:buClrTx/>
              <a:buSzTx/>
              <a:buFontTx/>
              <a:buNone/>
              <a:tabLst/>
              <a:defRPr/>
            </a:pPr>
            <a:r>
              <a:rPr kumimoji="0" lang="es-VE" sz="1400" b="0" i="0" u="none" strike="noStrike" kern="0" cap="none" spc="0" normalizeH="0" baseline="0" noProof="0" dirty="0">
                <a:ln>
                  <a:noFill/>
                </a:ln>
                <a:solidFill>
                  <a:prstClr val="black"/>
                </a:solidFill>
                <a:effectLst/>
                <a:uLnTx/>
                <a:uFillTx/>
                <a:latin typeface="Arial" pitchFamily="34" charset="0"/>
                <a:ea typeface="Times New Roman" panose="02020603050405020304" pitchFamily="18" charset="0"/>
                <a:cs typeface="Arial" pitchFamily="34" charset="0"/>
              </a:rPr>
              <a:t>Desarrollo del Software</a:t>
            </a:r>
            <a:endParaRPr kumimoji="0" lang="es-VE" sz="1400" b="0" i="0" u="none" strike="noStrike" kern="0" cap="none" spc="0" normalizeH="0" baseline="0" noProof="0" dirty="0">
              <a:ln>
                <a:noFill/>
              </a:ln>
              <a:solidFill>
                <a:prstClr val="black"/>
              </a:solidFill>
              <a:effectLst/>
              <a:uLnTx/>
              <a:uFillTx/>
              <a:latin typeface="Arial" pitchFamily="34" charset="0"/>
              <a:cs typeface="Arial" pitchFamily="34" charset="0"/>
            </a:endParaRPr>
          </a:p>
        </p:txBody>
      </p:sp>
      <p:sp>
        <p:nvSpPr>
          <p:cNvPr id="15" name="Rectángulo 8">
            <a:extLst>
              <a:ext uri="{FF2B5EF4-FFF2-40B4-BE49-F238E27FC236}">
                <a16:creationId xmlns:a16="http://schemas.microsoft.com/office/drawing/2014/main" id="{2BE58659-9ABB-3B5A-983C-3EA93F180F20}"/>
              </a:ext>
            </a:extLst>
          </p:cNvPr>
          <p:cNvSpPr/>
          <p:nvPr/>
        </p:nvSpPr>
        <p:spPr>
          <a:xfrm>
            <a:off x="3419872" y="3146576"/>
            <a:ext cx="5550875" cy="791050"/>
          </a:xfrm>
          <a:prstGeom prst="rect">
            <a:avLst/>
          </a:prstGeom>
          <a:gradFill>
            <a:gsLst>
              <a:gs pos="11000">
                <a:srgbClr val="154C98"/>
              </a:gs>
              <a:gs pos="100000">
                <a:schemeClr val="bg1"/>
              </a:gs>
            </a:gsLst>
            <a:lin ang="5160000" scaled="0"/>
          </a:gradFill>
          <a:ln w="19050" cap="flat" cmpd="sng" algn="ctr">
            <a:solidFill>
              <a:srgbClr val="154C98"/>
            </a:solidFill>
            <a:prstDash val="solid"/>
            <a:miter lim="800000"/>
          </a:ln>
          <a:effectLst/>
        </p:spPr>
        <p:txBody>
          <a:bodyPr wrap="square">
            <a:spAutoFit/>
          </a:bodyPr>
          <a:lstStyle/>
          <a:p>
            <a:pPr algn="r">
              <a:lnSpc>
                <a:spcPct val="150000"/>
              </a:lnSpc>
            </a:pPr>
            <a:r>
              <a:rPr kumimoji="0" lang="es-VE" b="1"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rPr>
              <a:t>Área Temática</a:t>
            </a:r>
          </a:p>
          <a:p>
            <a:pPr algn="r">
              <a:lnSpc>
                <a:spcPct val="150000"/>
              </a:lnSpc>
            </a:pPr>
            <a:r>
              <a:rPr kumimoji="0" lang="es-VE" sz="1400" b="0" i="0" u="none" strike="noStrike" kern="0" cap="none" spc="0" normalizeH="0" baseline="0" noProof="0" dirty="0">
                <a:ln>
                  <a:noFill/>
                </a:ln>
                <a:solidFill>
                  <a:prstClr val="black"/>
                </a:solidFill>
                <a:effectLst/>
                <a:uLnTx/>
                <a:uFillTx/>
                <a:latin typeface="Arial" pitchFamily="34" charset="0"/>
                <a:cs typeface="Arial" pitchFamily="34" charset="0"/>
              </a:rPr>
              <a:t>Ingeniería del Software orientada a la Web</a:t>
            </a:r>
          </a:p>
        </p:txBody>
      </p:sp>
      <p:pic>
        <p:nvPicPr>
          <p:cNvPr id="18" name="Imagen 17">
            <a:extLst>
              <a:ext uri="{FF2B5EF4-FFF2-40B4-BE49-F238E27FC236}">
                <a16:creationId xmlns:a16="http://schemas.microsoft.com/office/drawing/2014/main" id="{369F212D-C04A-8F25-753C-F56BCFDCA066}"/>
              </a:ext>
            </a:extLst>
          </p:cNvPr>
          <p:cNvPicPr>
            <a:picLocks noChangeAspect="1"/>
          </p:cNvPicPr>
          <p:nvPr/>
        </p:nvPicPr>
        <p:blipFill>
          <a:blip r:embed="rId2"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4438161" y="486849"/>
            <a:ext cx="1934039" cy="1934039"/>
          </a:xfrm>
          <a:prstGeom prst="rect">
            <a:avLst/>
          </a:prstGeom>
        </p:spPr>
      </p:pic>
      <p:pic>
        <p:nvPicPr>
          <p:cNvPr id="20" name="Imagen 19">
            <a:extLst>
              <a:ext uri="{FF2B5EF4-FFF2-40B4-BE49-F238E27FC236}">
                <a16:creationId xmlns:a16="http://schemas.microsoft.com/office/drawing/2014/main" id="{C3170190-CC9E-B759-75B5-7E245DCD9E06}"/>
              </a:ext>
            </a:extLst>
          </p:cNvPr>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2843808" y="2575081"/>
            <a:ext cx="1934039" cy="1934039"/>
          </a:xfrm>
          <a:prstGeom prst="rect">
            <a:avLst/>
          </a:prstGeom>
        </p:spPr>
      </p:pic>
      <p:sp>
        <p:nvSpPr>
          <p:cNvPr id="22" name="Título 1">
            <a:extLst>
              <a:ext uri="{FF2B5EF4-FFF2-40B4-BE49-F238E27FC236}">
                <a16:creationId xmlns:a16="http://schemas.microsoft.com/office/drawing/2014/main" id="{B50E20EE-2D9D-EA76-3461-F08AF5C7EE4C}"/>
              </a:ext>
            </a:extLst>
          </p:cNvPr>
          <p:cNvSpPr txBox="1">
            <a:spLocks/>
          </p:cNvSpPr>
          <p:nvPr/>
        </p:nvSpPr>
        <p:spPr>
          <a:xfrm>
            <a:off x="179512" y="5647488"/>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a:defRPr/>
            </a:pPr>
            <a:r>
              <a:rPr lang="es-ES" sz="2400" b="1" noProof="0" dirty="0">
                <a:solidFill>
                  <a:schemeClr val="bg1"/>
                </a:solidFill>
                <a:latin typeface="Arial Black" panose="020B0A04020102020204" pitchFamily="34" charset="0"/>
              </a:rPr>
              <a:t>LÍNEA DE INVESTIGACIÓN</a:t>
            </a:r>
            <a:endParaRPr kumimoji="0" lang="es-ES" sz="2800" b="1" u="none" strike="noStrike" kern="1200" cap="none" spc="0" normalizeH="0" baseline="0" noProof="0" dirty="0">
              <a:ln>
                <a:noFill/>
              </a:ln>
              <a:solidFill>
                <a:schemeClr val="bg1"/>
              </a:solidFill>
              <a:uLnTx/>
              <a:uFillTx/>
              <a:latin typeface="Arial Black" panose="020B0A04020102020204" pitchFamily="34" charset="0"/>
            </a:endParaRPr>
          </a:p>
        </p:txBody>
      </p:sp>
      <p:pic>
        <p:nvPicPr>
          <p:cNvPr id="23" name="Picture 4" descr="8 requisitos que las empresas piden a los programadores - WeRemote">
            <a:extLst>
              <a:ext uri="{FF2B5EF4-FFF2-40B4-BE49-F238E27FC236}">
                <a16:creationId xmlns:a16="http://schemas.microsoft.com/office/drawing/2014/main" id="{6A570959-9A63-6DC0-BD3F-44EAEFBFA64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04215" y="4634053"/>
            <a:ext cx="2864162" cy="1909441"/>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4" name="Imagen 23">
            <a:extLst>
              <a:ext uri="{FF2B5EF4-FFF2-40B4-BE49-F238E27FC236}">
                <a16:creationId xmlns:a16="http://schemas.microsoft.com/office/drawing/2014/main" id="{734FD7F2-832A-406C-3148-FC15941C279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107123" y="267999"/>
            <a:ext cx="703225" cy="712729"/>
          </a:xfrm>
          <a:prstGeom prst="rect">
            <a:avLst/>
          </a:prstGeom>
        </p:spPr>
      </p:pic>
    </p:spTree>
    <p:extLst>
      <p:ext uri="{BB962C8B-B14F-4D97-AF65-F5344CB8AC3E}">
        <p14:creationId xmlns:p14="http://schemas.microsoft.com/office/powerpoint/2010/main" val="3166316467"/>
      </p:ext>
    </p:extLst>
  </p:cSld>
  <p:clrMapOvr>
    <a:masterClrMapping/>
  </p:clrMapOvr>
  <p:transition spd="slow">
    <p:push dir="d"/>
  </p:transition>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ángulo 8"/>
          <p:cNvSpPr/>
          <p:nvPr/>
        </p:nvSpPr>
        <p:spPr>
          <a:xfrm>
            <a:off x="216024" y="334111"/>
            <a:ext cx="4535223" cy="693588"/>
          </a:xfrm>
          <a:prstGeom prst="rect">
            <a:avLst/>
          </a:prstGeom>
          <a:gradFill>
            <a:gsLst>
              <a:gs pos="11000">
                <a:srgbClr val="154C98"/>
              </a:gs>
              <a:gs pos="100000">
                <a:schemeClr val="bg1"/>
              </a:gs>
            </a:gsLst>
            <a:lin ang="5160000" scaled="0"/>
          </a:gradFill>
          <a:ln w="19050" cap="flat" cmpd="sng" algn="ctr">
            <a:solidFill>
              <a:srgbClr val="154C98"/>
            </a:solidFill>
            <a:prstDash val="solid"/>
            <a:miter lim="800000"/>
          </a:ln>
          <a:effectLst/>
        </p:spPr>
        <p:txBody>
          <a:bodyPr wrap="square">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s-VE" sz="1400" b="1"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rPr>
              <a:t>Naturaleza de la investigación </a:t>
            </a:r>
            <a:endParaRPr kumimoji="0" lang="es-VE" sz="1400" b="0"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endParaRPr>
          </a:p>
          <a:p>
            <a:pPr marL="0" marR="0" lvl="0" indent="0" defTabSz="914400" eaLnBrk="1" fontAlgn="auto" latinLnBrk="0" hangingPunct="1">
              <a:lnSpc>
                <a:spcPct val="150000"/>
              </a:lnSpc>
              <a:spcBef>
                <a:spcPts val="0"/>
              </a:spcBef>
              <a:spcAft>
                <a:spcPts val="800"/>
              </a:spcAft>
              <a:buClrTx/>
              <a:buSzTx/>
              <a:buFontTx/>
              <a:buNone/>
              <a:tabLst/>
              <a:defRPr/>
            </a:pPr>
            <a:r>
              <a:rPr kumimoji="0" lang="es-VE" sz="1400" b="0" i="0" u="none" strike="noStrike" kern="0" cap="none" spc="0" normalizeH="0" baseline="0" noProof="0" dirty="0">
                <a:ln>
                  <a:noFill/>
                </a:ln>
                <a:solidFill>
                  <a:prstClr val="black"/>
                </a:solidFill>
                <a:effectLst/>
                <a:uLnTx/>
                <a:uFillTx/>
                <a:latin typeface="Arial" pitchFamily="34" charset="0"/>
                <a:ea typeface="Times New Roman" panose="02020603050405020304" pitchFamily="18" charset="0"/>
                <a:cs typeface="Arial" pitchFamily="34" charset="0"/>
              </a:rPr>
              <a:t>I</a:t>
            </a:r>
            <a:r>
              <a:rPr kumimoji="0" lang="es-VE" sz="1400" b="0" i="0" u="none" strike="noStrike" kern="0" cap="none" spc="0" normalizeH="0" baseline="0" noProof="0" dirty="0" err="1">
                <a:ln>
                  <a:noFill/>
                </a:ln>
                <a:solidFill>
                  <a:prstClr val="black"/>
                </a:solidFill>
                <a:effectLst/>
                <a:uLnTx/>
                <a:uFillTx/>
                <a:latin typeface="Arial" pitchFamily="34" charset="0"/>
                <a:ea typeface="Times New Roman" panose="02020603050405020304" pitchFamily="18" charset="0"/>
                <a:cs typeface="Arial" pitchFamily="34" charset="0"/>
              </a:rPr>
              <a:t>nvestigación</a:t>
            </a:r>
            <a:r>
              <a:rPr kumimoji="0" lang="es-VE" sz="1400" b="0" i="0" u="none" strike="noStrike" kern="0" cap="none" spc="0" normalizeH="0" baseline="0" noProof="0" dirty="0">
                <a:ln>
                  <a:noFill/>
                </a:ln>
                <a:solidFill>
                  <a:prstClr val="black"/>
                </a:solidFill>
                <a:effectLst/>
                <a:uLnTx/>
                <a:uFillTx/>
                <a:latin typeface="Arial" pitchFamily="34" charset="0"/>
                <a:ea typeface="Times New Roman" panose="02020603050405020304" pitchFamily="18" charset="0"/>
                <a:cs typeface="Arial" pitchFamily="34" charset="0"/>
              </a:rPr>
              <a:t> Cuantitativa </a:t>
            </a:r>
            <a:endParaRPr kumimoji="0" lang="es-VE" sz="1400" b="0" i="0" u="none" strike="noStrike" kern="0" cap="none" spc="0" normalizeH="0" baseline="0" noProof="0" dirty="0">
              <a:ln>
                <a:noFill/>
              </a:ln>
              <a:solidFill>
                <a:prstClr val="black"/>
              </a:solidFill>
              <a:effectLst/>
              <a:uLnTx/>
              <a:uFillTx/>
              <a:latin typeface="Arial" pitchFamily="34" charset="0"/>
              <a:cs typeface="Arial" pitchFamily="34" charset="0"/>
            </a:endParaRPr>
          </a:p>
        </p:txBody>
      </p:sp>
      <p:sp>
        <p:nvSpPr>
          <p:cNvPr id="3" name="Rectángulo 8"/>
          <p:cNvSpPr/>
          <p:nvPr/>
        </p:nvSpPr>
        <p:spPr>
          <a:xfrm>
            <a:off x="216024" y="1199795"/>
            <a:ext cx="4966340" cy="733534"/>
          </a:xfrm>
          <a:prstGeom prst="rect">
            <a:avLst/>
          </a:prstGeom>
          <a:gradFill>
            <a:gsLst>
              <a:gs pos="11000">
                <a:srgbClr val="154C98"/>
              </a:gs>
              <a:gs pos="100000">
                <a:schemeClr val="bg1"/>
              </a:gs>
            </a:gsLst>
            <a:lin ang="5160000" scaled="0"/>
          </a:gradFill>
          <a:ln w="25400" cap="flat" cmpd="sng" algn="ctr">
            <a:solidFill>
              <a:srgbClr val="154C98"/>
            </a:solidFill>
            <a:prstDash val="solid"/>
            <a:miter lim="800000"/>
          </a:ln>
          <a:effectLst/>
        </p:spPr>
        <p:txBody>
          <a:bodyPr wrap="square">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es-VE" sz="1400" b="1"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rPr>
              <a:t>Tipo de investigación </a:t>
            </a:r>
            <a:endParaRPr kumimoji="0" lang="es-VE" sz="1400" b="0"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endParaRPr>
          </a:p>
          <a:p>
            <a:pPr marL="0" marR="0" lvl="0" indent="0" defTabSz="914400" eaLnBrk="1" fontAlgn="auto" latinLnBrk="0" hangingPunct="1">
              <a:lnSpc>
                <a:spcPct val="150000"/>
              </a:lnSpc>
              <a:spcBef>
                <a:spcPts val="0"/>
              </a:spcBef>
              <a:spcAft>
                <a:spcPts val="800"/>
              </a:spcAft>
              <a:buClrTx/>
              <a:buSzTx/>
              <a:buFontTx/>
              <a:buNone/>
              <a:tabLst/>
              <a:defRPr/>
            </a:pPr>
            <a:r>
              <a:rPr kumimoji="0" lang="es-VE" sz="1400" b="0" i="0" u="none" strike="noStrike" kern="0" cap="none" spc="0" normalizeH="0" baseline="0" noProof="0" dirty="0">
                <a:ln>
                  <a:noFill/>
                </a:ln>
                <a:solidFill>
                  <a:prstClr val="black"/>
                </a:solidFill>
                <a:effectLst/>
                <a:uLnTx/>
                <a:uFillTx/>
                <a:latin typeface="Arial" pitchFamily="34" charset="0"/>
                <a:ea typeface="Times New Roman" panose="02020603050405020304" pitchFamily="18" charset="0"/>
                <a:cs typeface="Arial" pitchFamily="34" charset="0"/>
              </a:rPr>
              <a:t>Modalidad De Campo</a:t>
            </a:r>
            <a:r>
              <a:rPr kumimoji="0" lang="es-VE" sz="1400" b="0" i="0" u="none" strike="noStrike" kern="0" cap="none" spc="0" normalizeH="0" noProof="0" dirty="0">
                <a:ln>
                  <a:noFill/>
                </a:ln>
                <a:solidFill>
                  <a:prstClr val="black"/>
                </a:solidFill>
                <a:effectLst/>
                <a:uLnTx/>
                <a:uFillTx/>
                <a:latin typeface="Arial" pitchFamily="34" charset="0"/>
                <a:ea typeface="Times New Roman" panose="02020603050405020304" pitchFamily="18" charset="0"/>
                <a:cs typeface="Arial" pitchFamily="34" charset="0"/>
              </a:rPr>
              <a:t> y</a:t>
            </a:r>
            <a:r>
              <a:rPr kumimoji="0" lang="es-VE" sz="1400" b="0" i="0" u="none" strike="noStrike" kern="0" cap="none" spc="0" normalizeH="0" baseline="0" noProof="0" dirty="0">
                <a:ln>
                  <a:noFill/>
                </a:ln>
                <a:solidFill>
                  <a:prstClr val="black"/>
                </a:solidFill>
                <a:effectLst/>
                <a:uLnTx/>
                <a:uFillTx/>
                <a:latin typeface="Arial" pitchFamily="34" charset="0"/>
                <a:ea typeface="Times New Roman" panose="02020603050405020304" pitchFamily="18" charset="0"/>
                <a:cs typeface="Arial" pitchFamily="34" charset="0"/>
              </a:rPr>
              <a:t> </a:t>
            </a:r>
            <a:r>
              <a:rPr lang="es-VE" sz="1400" kern="0" dirty="0">
                <a:solidFill>
                  <a:prstClr val="black"/>
                </a:solidFill>
                <a:latin typeface="Arial" pitchFamily="34" charset="0"/>
                <a:ea typeface="Times New Roman" panose="02020603050405020304" pitchFamily="18" charset="0"/>
                <a:cs typeface="Arial" pitchFamily="34" charset="0"/>
              </a:rPr>
              <a:t>Documental</a:t>
            </a:r>
            <a:endParaRPr kumimoji="0" lang="es-VE" sz="1400" b="0" i="0" u="none" strike="noStrike" kern="0" cap="none" spc="0" normalizeH="0" baseline="0" noProof="0" dirty="0">
              <a:ln>
                <a:noFill/>
              </a:ln>
              <a:solidFill>
                <a:prstClr val="black"/>
              </a:solidFill>
              <a:effectLst/>
              <a:uLnTx/>
              <a:uFillTx/>
              <a:latin typeface="Arial" pitchFamily="34" charset="0"/>
              <a:cs typeface="Arial" pitchFamily="34" charset="0"/>
            </a:endParaRPr>
          </a:p>
        </p:txBody>
      </p:sp>
      <p:sp>
        <p:nvSpPr>
          <p:cNvPr id="4" name="Rectángulo 6"/>
          <p:cNvSpPr/>
          <p:nvPr/>
        </p:nvSpPr>
        <p:spPr>
          <a:xfrm>
            <a:off x="216024" y="2046018"/>
            <a:ext cx="5421217" cy="625812"/>
          </a:xfrm>
          <a:prstGeom prst="rect">
            <a:avLst/>
          </a:prstGeom>
          <a:gradFill>
            <a:gsLst>
              <a:gs pos="11000">
                <a:srgbClr val="154C98"/>
              </a:gs>
              <a:gs pos="100000">
                <a:schemeClr val="bg1"/>
              </a:gs>
            </a:gsLst>
            <a:lin ang="5160000" scaled="0"/>
          </a:gradFill>
          <a:ln w="25400">
            <a:solidFill>
              <a:srgbClr val="154C98"/>
            </a:solidFill>
          </a:ln>
        </p:spPr>
        <p:txBody>
          <a:bodyPr wrap="square">
            <a:spAutoFit/>
          </a:bodyPr>
          <a:lstStyle/>
          <a:p>
            <a:pPr marL="0" marR="0" lvl="0" indent="0" defTabSz="914400" eaLnBrk="1" fontAlgn="auto" latinLnBrk="0" hangingPunct="1">
              <a:spcBef>
                <a:spcPts val="0"/>
              </a:spcBef>
              <a:spcAft>
                <a:spcPts val="800"/>
              </a:spcAft>
              <a:buClrTx/>
              <a:buSzTx/>
              <a:buFontTx/>
              <a:buNone/>
              <a:tabLst/>
              <a:defRPr/>
            </a:pPr>
            <a:r>
              <a:rPr kumimoji="0" lang="es-VE" sz="1400" b="1"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rPr>
              <a:t>Diseño de la investigación </a:t>
            </a:r>
            <a:endParaRPr kumimoji="0" lang="es-VE" sz="1400" b="0"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endParaRPr>
          </a:p>
          <a:p>
            <a:pPr marL="0" marR="0" lvl="0" indent="0" defTabSz="914400" eaLnBrk="1" fontAlgn="auto" latinLnBrk="0" hangingPunct="1">
              <a:spcBef>
                <a:spcPts val="0"/>
              </a:spcBef>
              <a:spcAft>
                <a:spcPts val="0"/>
              </a:spcAft>
              <a:buClrTx/>
              <a:buSzTx/>
              <a:buFontTx/>
              <a:buNone/>
              <a:tabLst/>
              <a:defRPr/>
            </a:pPr>
            <a:r>
              <a:rPr lang="es-VE" sz="1400" kern="0" dirty="0">
                <a:solidFill>
                  <a:prstClr val="black"/>
                </a:solidFill>
                <a:latin typeface="Arial" pitchFamily="34" charset="0"/>
                <a:ea typeface="Times New Roman" panose="02020603050405020304" pitchFamily="18" charset="0"/>
                <a:cs typeface="Arial" pitchFamily="34" charset="0"/>
              </a:rPr>
              <a:t>D</a:t>
            </a:r>
            <a:r>
              <a:rPr kumimoji="0" lang="es-VE" sz="1400" b="0" i="0" u="none" strike="noStrike" kern="0" cap="none" spc="0" normalizeH="0" baseline="0" noProof="0" dirty="0" err="1">
                <a:ln>
                  <a:noFill/>
                </a:ln>
                <a:solidFill>
                  <a:prstClr val="black"/>
                </a:solidFill>
                <a:effectLst/>
                <a:uLnTx/>
                <a:uFillTx/>
                <a:latin typeface="Arial" pitchFamily="34" charset="0"/>
                <a:ea typeface="Times New Roman" panose="02020603050405020304" pitchFamily="18" charset="0"/>
                <a:cs typeface="Arial" pitchFamily="34" charset="0"/>
              </a:rPr>
              <a:t>iseño</a:t>
            </a:r>
            <a:r>
              <a:rPr kumimoji="0" lang="es-VE" sz="1400" b="0" i="0" u="none" strike="noStrike" kern="0" cap="none" spc="0" normalizeH="0" baseline="0" noProof="0" dirty="0">
                <a:ln>
                  <a:noFill/>
                </a:ln>
                <a:solidFill>
                  <a:prstClr val="black"/>
                </a:solidFill>
                <a:effectLst/>
                <a:uLnTx/>
                <a:uFillTx/>
                <a:latin typeface="Arial" pitchFamily="34" charset="0"/>
                <a:ea typeface="Times New Roman" panose="02020603050405020304" pitchFamily="18" charset="0"/>
                <a:cs typeface="Arial" pitchFamily="34" charset="0"/>
              </a:rPr>
              <a:t> </a:t>
            </a:r>
            <a:r>
              <a:rPr lang="es-VE" sz="1400" kern="0" dirty="0">
                <a:solidFill>
                  <a:prstClr val="black"/>
                </a:solidFill>
                <a:latin typeface="Arial" pitchFamily="34" charset="0"/>
                <a:ea typeface="Times New Roman" panose="02020603050405020304" pitchFamily="18" charset="0"/>
                <a:cs typeface="Arial" pitchFamily="34" charset="0"/>
              </a:rPr>
              <a:t>Descriptivo</a:t>
            </a:r>
            <a:endParaRPr kumimoji="0" lang="es-VE" sz="1400" b="0" i="0" u="none" strike="noStrike" kern="0" cap="none" spc="0" normalizeH="0" baseline="0" noProof="0" dirty="0">
              <a:ln>
                <a:noFill/>
              </a:ln>
              <a:solidFill>
                <a:prstClr val="black"/>
              </a:solidFill>
              <a:effectLst/>
              <a:uLnTx/>
              <a:uFillTx/>
              <a:latin typeface="Arial" pitchFamily="34" charset="0"/>
              <a:cs typeface="Arial" pitchFamily="34" charset="0"/>
            </a:endParaRPr>
          </a:p>
        </p:txBody>
      </p:sp>
      <p:sp>
        <p:nvSpPr>
          <p:cNvPr id="5" name="Rectángulo 7"/>
          <p:cNvSpPr/>
          <p:nvPr/>
        </p:nvSpPr>
        <p:spPr>
          <a:xfrm>
            <a:off x="216024" y="2859792"/>
            <a:ext cx="7758902" cy="625812"/>
          </a:xfrm>
          <a:prstGeom prst="rect">
            <a:avLst/>
          </a:prstGeom>
          <a:gradFill>
            <a:gsLst>
              <a:gs pos="11000">
                <a:srgbClr val="154C98"/>
              </a:gs>
              <a:gs pos="100000">
                <a:schemeClr val="bg1"/>
              </a:gs>
            </a:gsLst>
            <a:lin ang="5160000" scaled="0"/>
          </a:gradFill>
          <a:ln w="25400">
            <a:solidFill>
              <a:srgbClr val="154C98"/>
            </a:solidFill>
          </a:ln>
        </p:spPr>
        <p:txBody>
          <a:bodyPr wrap="square">
            <a:spAutoFit/>
          </a:bodyPr>
          <a:lstStyle/>
          <a:p>
            <a:pPr marL="0" marR="0" lvl="0" indent="0" defTabSz="914400" eaLnBrk="1" fontAlgn="auto" latinLnBrk="0" hangingPunct="1">
              <a:spcBef>
                <a:spcPts val="0"/>
              </a:spcBef>
              <a:spcAft>
                <a:spcPts val="800"/>
              </a:spcAft>
              <a:buClrTx/>
              <a:buSzTx/>
              <a:buFontTx/>
              <a:buNone/>
              <a:tabLst/>
              <a:defRPr/>
            </a:pPr>
            <a:r>
              <a:rPr kumimoji="0" lang="es-VE" sz="1400" b="1"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rPr>
              <a:t>Población y Muestra objeto de estudio</a:t>
            </a:r>
            <a:endParaRPr kumimoji="0" lang="es-VE" sz="1400" b="0"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endParaRPr>
          </a:p>
          <a:p>
            <a:pPr marL="0" marR="0" lvl="0" indent="0" defTabSz="914400" eaLnBrk="1" fontAlgn="auto" latinLnBrk="0" hangingPunct="1">
              <a:spcBef>
                <a:spcPts val="0"/>
              </a:spcBef>
              <a:spcAft>
                <a:spcPts val="800"/>
              </a:spcAft>
              <a:buClrTx/>
              <a:buSzTx/>
              <a:buFontTx/>
              <a:buNone/>
              <a:tabLst/>
              <a:defRPr/>
            </a:pPr>
            <a:r>
              <a:rPr lang="es-ES" sz="1400" dirty="0">
                <a:latin typeface="Arial" panose="020B0604020202020204" pitchFamily="34" charset="0"/>
                <a:ea typeface="Times New Roman" panose="02020603050405020304" pitchFamily="18" charset="0"/>
                <a:cs typeface="Arial" panose="020B0604020202020204" pitchFamily="34" charset="0"/>
              </a:rPr>
              <a:t>L</a:t>
            </a:r>
            <a:r>
              <a:rPr lang="es-ES" sz="1400" dirty="0">
                <a:effectLst/>
                <a:latin typeface="Arial" panose="020B0604020202020204" pitchFamily="34" charset="0"/>
                <a:ea typeface="Times New Roman" panose="02020603050405020304" pitchFamily="18" charset="0"/>
                <a:cs typeface="Arial" panose="020B0604020202020204" pitchFamily="34" charset="0"/>
              </a:rPr>
              <a:t>a población está conformada por 100 empleados y la muestra por 26</a:t>
            </a:r>
            <a:endParaRPr kumimoji="0" lang="es-VE" sz="1100" b="0" i="0" u="none" strike="noStrike" kern="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6" name="Rectángulo 8"/>
          <p:cNvSpPr/>
          <p:nvPr/>
        </p:nvSpPr>
        <p:spPr>
          <a:xfrm>
            <a:off x="216024" y="3638239"/>
            <a:ext cx="7380312" cy="625812"/>
          </a:xfrm>
          <a:prstGeom prst="rect">
            <a:avLst/>
          </a:prstGeom>
          <a:gradFill>
            <a:gsLst>
              <a:gs pos="11000">
                <a:srgbClr val="154C98"/>
              </a:gs>
              <a:gs pos="100000">
                <a:schemeClr val="bg1"/>
              </a:gs>
            </a:gsLst>
            <a:lin ang="5160000" scaled="0"/>
          </a:gradFill>
          <a:ln w="25400">
            <a:solidFill>
              <a:srgbClr val="154C98"/>
            </a:solidFill>
          </a:ln>
        </p:spPr>
        <p:txBody>
          <a:bodyPr wrap="square">
            <a:spAutoFit/>
          </a:bodyPr>
          <a:lstStyle/>
          <a:p>
            <a:pPr marL="0" marR="0" lvl="0" indent="0" defTabSz="914400" eaLnBrk="1" fontAlgn="auto" latinLnBrk="0" hangingPunct="1">
              <a:spcBef>
                <a:spcPts val="0"/>
              </a:spcBef>
              <a:spcAft>
                <a:spcPts val="800"/>
              </a:spcAft>
              <a:buClrTx/>
              <a:buSzTx/>
              <a:buFontTx/>
              <a:buNone/>
              <a:tabLst/>
              <a:defRPr/>
            </a:pPr>
            <a:r>
              <a:rPr kumimoji="0" lang="es-VE" sz="1400" b="1"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rPr>
              <a:t>Técnicas de recolección de datos</a:t>
            </a:r>
            <a:endParaRPr lang="es-VE" sz="1400" kern="0" noProof="0" dirty="0">
              <a:solidFill>
                <a:schemeClr val="bg1"/>
              </a:solidFill>
              <a:latin typeface="Century Gothic" pitchFamily="34" charset="0"/>
              <a:ea typeface="Calibri" panose="020F0502020204030204" pitchFamily="34" charset="0"/>
              <a:cs typeface="Arial" pitchFamily="34" charset="0"/>
            </a:endParaRPr>
          </a:p>
          <a:p>
            <a:pPr marL="0" marR="0" lvl="0" indent="0" defTabSz="914400" eaLnBrk="1" fontAlgn="auto" latinLnBrk="0" hangingPunct="1">
              <a:spcBef>
                <a:spcPts val="0"/>
              </a:spcBef>
              <a:spcAft>
                <a:spcPts val="800"/>
              </a:spcAft>
              <a:buClrTx/>
              <a:buSzTx/>
              <a:buFontTx/>
              <a:buNone/>
              <a:tabLst/>
              <a:defRPr/>
            </a:pPr>
            <a:r>
              <a:rPr lang="es-VE" sz="1400" kern="0" dirty="0">
                <a:solidFill>
                  <a:prstClr val="black"/>
                </a:solidFill>
                <a:latin typeface="Arial" pitchFamily="34" charset="0"/>
                <a:ea typeface="Times New Roman" panose="02020603050405020304" pitchFamily="18" charset="0"/>
                <a:cs typeface="Arial" pitchFamily="34" charset="0"/>
              </a:rPr>
              <a:t>L</a:t>
            </a:r>
            <a:r>
              <a:rPr kumimoji="0" lang="es-VE" sz="1400" b="0" i="0" u="none" strike="noStrike" kern="0" cap="none" spc="0" normalizeH="0" baseline="0" noProof="0" dirty="0">
                <a:ln>
                  <a:noFill/>
                </a:ln>
                <a:solidFill>
                  <a:prstClr val="black"/>
                </a:solidFill>
                <a:effectLst/>
                <a:uLnTx/>
                <a:uFillTx/>
                <a:latin typeface="Arial" pitchFamily="34" charset="0"/>
                <a:ea typeface="Times New Roman" panose="02020603050405020304" pitchFamily="18" charset="0"/>
                <a:cs typeface="Arial" pitchFamily="34" charset="0"/>
              </a:rPr>
              <a:t>a revisión documental</a:t>
            </a:r>
            <a:r>
              <a:rPr lang="es-VE" sz="1400" kern="0" dirty="0">
                <a:solidFill>
                  <a:prstClr val="black"/>
                </a:solidFill>
                <a:latin typeface="Arial" pitchFamily="34" charset="0"/>
                <a:ea typeface="Times New Roman" panose="02020603050405020304" pitchFamily="18" charset="0"/>
                <a:cs typeface="Arial" pitchFamily="34" charset="0"/>
              </a:rPr>
              <a:t> y el</a:t>
            </a:r>
            <a:r>
              <a:rPr kumimoji="0" lang="es-VE" sz="1400" b="0" i="0" u="none" strike="noStrike" kern="0" cap="none" spc="0" normalizeH="0" baseline="0" noProof="0" dirty="0">
                <a:ln>
                  <a:noFill/>
                </a:ln>
                <a:solidFill>
                  <a:prstClr val="black"/>
                </a:solidFill>
                <a:effectLst/>
                <a:uLnTx/>
                <a:uFillTx/>
                <a:latin typeface="Arial" pitchFamily="34" charset="0"/>
                <a:ea typeface="Times New Roman" panose="02020603050405020304" pitchFamily="18" charset="0"/>
                <a:cs typeface="Arial" pitchFamily="34" charset="0"/>
              </a:rPr>
              <a:t> cuestionario</a:t>
            </a:r>
            <a:endParaRPr kumimoji="0" lang="es-VE" sz="1400" b="0" i="0" u="none" strike="noStrike" kern="0" cap="none" spc="0" normalizeH="0" baseline="0" noProof="0" dirty="0">
              <a:ln>
                <a:noFill/>
              </a:ln>
              <a:solidFill>
                <a:prstClr val="black"/>
              </a:solidFill>
              <a:effectLst/>
              <a:uLnTx/>
              <a:uFillTx/>
              <a:latin typeface="Arial" pitchFamily="34" charset="0"/>
              <a:cs typeface="Arial" pitchFamily="34" charset="0"/>
            </a:endParaRPr>
          </a:p>
        </p:txBody>
      </p:sp>
      <p:sp>
        <p:nvSpPr>
          <p:cNvPr id="7" name="Rectángulo 10"/>
          <p:cNvSpPr/>
          <p:nvPr/>
        </p:nvSpPr>
        <p:spPr>
          <a:xfrm>
            <a:off x="210794" y="4747984"/>
            <a:ext cx="7727620" cy="841256"/>
          </a:xfrm>
          <a:prstGeom prst="rect">
            <a:avLst/>
          </a:prstGeom>
          <a:gradFill>
            <a:gsLst>
              <a:gs pos="11000">
                <a:srgbClr val="154C98"/>
              </a:gs>
              <a:gs pos="100000">
                <a:schemeClr val="bg1"/>
              </a:gs>
            </a:gsLst>
            <a:lin ang="5160000" scaled="0"/>
          </a:gradFill>
          <a:ln w="25400">
            <a:solidFill>
              <a:srgbClr val="154C98"/>
            </a:solidFill>
          </a:ln>
        </p:spPr>
        <p:txBody>
          <a:bodyPr wrap="square">
            <a:spAutoFit/>
          </a:bodyPr>
          <a:lstStyle/>
          <a:p>
            <a:pPr marL="0" marR="0" lvl="0" indent="0" defTabSz="914400" eaLnBrk="1" fontAlgn="auto" latinLnBrk="0" hangingPunct="1">
              <a:spcBef>
                <a:spcPts val="0"/>
              </a:spcBef>
              <a:spcAft>
                <a:spcPts val="800"/>
              </a:spcAft>
              <a:buClrTx/>
              <a:buSzTx/>
              <a:buFontTx/>
              <a:buNone/>
              <a:tabLst/>
              <a:defRPr/>
            </a:pPr>
            <a:r>
              <a:rPr kumimoji="0" lang="es-VE" sz="1400" b="1" i="0" u="none" strike="noStrike" kern="0" cap="none" spc="0" normalizeH="0" baseline="0" noProof="0" dirty="0">
                <a:ln>
                  <a:noFill/>
                </a:ln>
                <a:solidFill>
                  <a:schemeClr val="bg1"/>
                </a:solidFill>
                <a:effectLst/>
                <a:uLnTx/>
                <a:uFillTx/>
                <a:latin typeface="Century Gothic" pitchFamily="34" charset="0"/>
                <a:ea typeface="Calibri" panose="020F0502020204030204" pitchFamily="34" charset="0"/>
                <a:cs typeface="Arial" pitchFamily="34" charset="0"/>
              </a:rPr>
              <a:t>Técnicas de análisis de datos</a:t>
            </a:r>
            <a:endParaRPr lang="es-VE" sz="1400" kern="0" dirty="0">
              <a:solidFill>
                <a:schemeClr val="bg1"/>
              </a:solidFill>
              <a:latin typeface="Century Gothic" pitchFamily="34" charset="0"/>
              <a:ea typeface="Calibri" panose="020F0502020204030204" pitchFamily="34" charset="0"/>
              <a:cs typeface="Arial" pitchFamily="34" charset="0"/>
            </a:endParaRPr>
          </a:p>
          <a:p>
            <a:pPr marL="0" marR="0" lvl="0" indent="0" defTabSz="914400" eaLnBrk="1" fontAlgn="auto" latinLnBrk="0" hangingPunct="1">
              <a:spcBef>
                <a:spcPts val="0"/>
              </a:spcBef>
              <a:spcAft>
                <a:spcPts val="800"/>
              </a:spcAft>
              <a:buClrTx/>
              <a:buSzTx/>
              <a:buFontTx/>
              <a:buNone/>
              <a:tabLst/>
              <a:defRPr/>
            </a:pPr>
            <a:r>
              <a:rPr lang="es-VE" sz="1400" kern="0" dirty="0">
                <a:solidFill>
                  <a:prstClr val="black"/>
                </a:solidFill>
                <a:latin typeface="Arial" pitchFamily="34" charset="0"/>
                <a:ea typeface="Times New Roman" panose="02020603050405020304" pitchFamily="18" charset="0"/>
                <a:cs typeface="Arial" pitchFamily="34" charset="0"/>
              </a:rPr>
              <a:t>T</a:t>
            </a:r>
            <a:r>
              <a:rPr kumimoji="0" lang="es-VE" sz="1400" b="0" i="0" u="none" strike="noStrike" kern="0" cap="none" spc="0" normalizeH="0" baseline="0" noProof="0" dirty="0" err="1">
                <a:ln>
                  <a:noFill/>
                </a:ln>
                <a:solidFill>
                  <a:prstClr val="black"/>
                </a:solidFill>
                <a:effectLst/>
                <a:uLnTx/>
                <a:uFillTx/>
                <a:latin typeface="Arial" pitchFamily="34" charset="0"/>
                <a:ea typeface="Times New Roman" panose="02020603050405020304" pitchFamily="18" charset="0"/>
                <a:cs typeface="Arial" pitchFamily="34" charset="0"/>
              </a:rPr>
              <a:t>écnicas</a:t>
            </a:r>
            <a:r>
              <a:rPr kumimoji="0" lang="es-VE" sz="1400" b="0" i="0" u="none" strike="noStrike" kern="0" cap="none" spc="0" normalizeH="0" baseline="0" noProof="0" dirty="0">
                <a:ln>
                  <a:noFill/>
                </a:ln>
                <a:solidFill>
                  <a:prstClr val="black"/>
                </a:solidFill>
                <a:effectLst/>
                <a:uLnTx/>
                <a:uFillTx/>
                <a:latin typeface="Arial" pitchFamily="34" charset="0"/>
                <a:ea typeface="Times New Roman" panose="02020603050405020304" pitchFamily="18" charset="0"/>
                <a:cs typeface="Arial" pitchFamily="34" charset="0"/>
              </a:rPr>
              <a:t> de codificación, tabulación y construcción de cuadros. Donde se engloban</a:t>
            </a:r>
            <a:r>
              <a:rPr kumimoji="0" lang="es-VE" sz="1400" b="0" i="0" u="none" strike="noStrike" kern="0" cap="none" spc="0" normalizeH="0" baseline="0" noProof="0" dirty="0">
                <a:ln>
                  <a:noFill/>
                </a:ln>
                <a:solidFill>
                  <a:srgbClr val="FF0000"/>
                </a:solidFill>
                <a:effectLst/>
                <a:uLnTx/>
                <a:uFillTx/>
                <a:latin typeface="Arial" pitchFamily="34" charset="0"/>
                <a:ea typeface="Times New Roman" panose="02020603050405020304" pitchFamily="18" charset="0"/>
                <a:cs typeface="Arial" pitchFamily="34" charset="0"/>
              </a:rPr>
              <a:t>: </a:t>
            </a:r>
            <a:r>
              <a:rPr kumimoji="0" lang="es-VE" sz="1400" b="0" i="0" u="none" strike="noStrike" kern="0" cap="none" spc="0" normalizeH="0" baseline="0" noProof="0" dirty="0">
                <a:ln>
                  <a:noFill/>
                </a:ln>
                <a:effectLst/>
                <a:uLnTx/>
                <a:uFillTx/>
                <a:latin typeface="Arial" pitchFamily="34" charset="0"/>
                <a:ea typeface="Times New Roman" panose="02020603050405020304" pitchFamily="18" charset="0"/>
                <a:cs typeface="Arial" pitchFamily="34" charset="0"/>
              </a:rPr>
              <a:t>cuadro comparativo, </a:t>
            </a:r>
            <a:r>
              <a:rPr lang="es-VE" sz="1400" kern="0" dirty="0">
                <a:latin typeface="Arial" pitchFamily="34" charset="0"/>
                <a:ea typeface="Times New Roman" panose="02020603050405020304" pitchFamily="18" charset="0"/>
                <a:cs typeface="Arial" pitchFamily="34" charset="0"/>
              </a:rPr>
              <a:t>d</a:t>
            </a:r>
            <a:r>
              <a:rPr kumimoji="0" lang="es-VE" sz="1400" b="0" i="0" u="none" strike="noStrike" kern="0" cap="none" spc="0" normalizeH="0" baseline="0" noProof="0" dirty="0" err="1">
                <a:ln>
                  <a:noFill/>
                </a:ln>
                <a:effectLst/>
                <a:uLnTx/>
                <a:uFillTx/>
                <a:latin typeface="Arial" pitchFamily="34" charset="0"/>
                <a:ea typeface="Times New Roman" panose="02020603050405020304" pitchFamily="18" charset="0"/>
                <a:cs typeface="Arial" pitchFamily="34" charset="0"/>
              </a:rPr>
              <a:t>istribución</a:t>
            </a:r>
            <a:r>
              <a:rPr kumimoji="0" lang="es-VE" sz="1400" b="0" i="0" u="none" strike="noStrike" kern="0" cap="none" spc="0" normalizeH="0" baseline="0" noProof="0" dirty="0">
                <a:ln>
                  <a:noFill/>
                </a:ln>
                <a:effectLst/>
                <a:uLnTx/>
                <a:uFillTx/>
                <a:latin typeface="Arial" pitchFamily="34" charset="0"/>
                <a:ea typeface="Times New Roman" panose="02020603050405020304" pitchFamily="18" charset="0"/>
                <a:cs typeface="Arial" pitchFamily="34" charset="0"/>
              </a:rPr>
              <a:t> absoluta y porcentual.</a:t>
            </a:r>
            <a:endParaRPr kumimoji="0" lang="es-VE" sz="1400" b="0" i="0" u="none" strike="noStrike" kern="0" cap="none" spc="0" normalizeH="0" baseline="0" noProof="0" dirty="0">
              <a:ln>
                <a:noFill/>
              </a:ln>
              <a:effectLst/>
              <a:uLnTx/>
              <a:uFillTx/>
              <a:latin typeface="Arial" pitchFamily="34" charset="0"/>
              <a:cs typeface="Arial" pitchFamily="34" charset="0"/>
            </a:endParaRPr>
          </a:p>
        </p:txBody>
      </p:sp>
      <p:sp>
        <p:nvSpPr>
          <p:cNvPr id="14" name="Título 1"/>
          <p:cNvSpPr txBox="1">
            <a:spLocks/>
          </p:cNvSpPr>
          <p:nvPr/>
        </p:nvSpPr>
        <p:spPr>
          <a:xfrm>
            <a:off x="179512" y="5647488"/>
            <a:ext cx="6926566" cy="90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latin typeface="Arial Black" panose="020B0A04020102020204" pitchFamily="34" charset="0"/>
              </a:rPr>
              <a:t>ASPECTOS METODOLÓGICOS</a:t>
            </a:r>
            <a:endParaRPr kumimoji="0" lang="es-ES" sz="2200" b="1" u="none" strike="noStrike" kern="1200" cap="none" spc="0" normalizeH="0" baseline="0" noProof="0" dirty="0">
              <a:ln>
                <a:noFill/>
              </a:ln>
              <a:uLnTx/>
              <a:uFillTx/>
              <a:latin typeface="Arial Black" panose="020B0A04020102020204" pitchFamily="34" charset="0"/>
            </a:endParaRPr>
          </a:p>
        </p:txBody>
      </p:sp>
      <p:pic>
        <p:nvPicPr>
          <p:cNvPr id="1026" name="Picture 2" descr="Investigación natural - Iconos gratis de naturaleza">
            <a:extLst>
              <a:ext uri="{FF2B5EF4-FFF2-40B4-BE49-F238E27FC236}">
                <a16:creationId xmlns:a16="http://schemas.microsoft.com/office/drawing/2014/main" id="{3FCB1833-F068-1CAA-3736-58845D614D1F}"/>
              </a:ext>
            </a:extLst>
          </p:cNvPr>
          <p:cNvPicPr>
            <a:picLocks noChangeAspect="1" noChangeArrowheads="1"/>
          </p:cNvPicPr>
          <p:nvPr/>
        </p:nvPicPr>
        <p:blipFill>
          <a:blip r:embed="rId2" cstate="print">
            <a:grayscl/>
            <a:extLst>
              <a:ext uri="{28A0092B-C50C-407E-A947-70E740481C1C}">
                <a14:useLocalDpi xmlns:a14="http://schemas.microsoft.com/office/drawing/2010/main" val="0"/>
              </a:ext>
            </a:extLst>
          </a:blip>
          <a:srcRect/>
          <a:stretch>
            <a:fillRect/>
          </a:stretch>
        </p:blipFill>
        <p:spPr bwMode="auto">
          <a:xfrm>
            <a:off x="4409155" y="224744"/>
            <a:ext cx="900000" cy="90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vestigación - Iconos gratis de educación">
            <a:extLst>
              <a:ext uri="{FF2B5EF4-FFF2-40B4-BE49-F238E27FC236}">
                <a16:creationId xmlns:a16="http://schemas.microsoft.com/office/drawing/2014/main" id="{49863747-37C1-63B3-15C3-44F339364DEF}"/>
              </a:ext>
            </a:extLst>
          </p:cNvPr>
          <p:cNvPicPr>
            <a:picLocks noChangeAspect="1" noChangeArrowheads="1"/>
          </p:cNvPicPr>
          <p:nvPr/>
        </p:nvPicPr>
        <p:blipFill>
          <a:blip r:embed="rId3" cstate="print">
            <a:grayscl/>
            <a:extLst>
              <a:ext uri="{28A0092B-C50C-407E-A947-70E740481C1C}">
                <a14:useLocalDpi xmlns:a14="http://schemas.microsoft.com/office/drawing/2010/main" val="0"/>
              </a:ext>
            </a:extLst>
          </a:blip>
          <a:srcRect/>
          <a:stretch>
            <a:fillRect/>
          </a:stretch>
        </p:blipFill>
        <p:spPr bwMode="auto">
          <a:xfrm rot="5400000">
            <a:off x="4620781" y="1112402"/>
            <a:ext cx="900000" cy="90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vestigación - Iconos gratis de arte y diseño">
            <a:extLst>
              <a:ext uri="{FF2B5EF4-FFF2-40B4-BE49-F238E27FC236}">
                <a16:creationId xmlns:a16="http://schemas.microsoft.com/office/drawing/2014/main" id="{E2CD4A5E-7E04-9A2D-5DF3-54A5F9D25437}"/>
              </a:ext>
            </a:extLst>
          </p:cNvPr>
          <p:cNvPicPr>
            <a:picLocks noChangeAspect="1" noChangeArrowheads="1"/>
          </p:cNvPicPr>
          <p:nvPr/>
        </p:nvPicPr>
        <p:blipFill>
          <a:blip r:embed="rId4" cstate="print">
            <a:grayscl/>
            <a:extLst>
              <a:ext uri="{28A0092B-C50C-407E-A947-70E740481C1C}">
                <a14:useLocalDpi xmlns:a14="http://schemas.microsoft.com/office/drawing/2010/main" val="0"/>
              </a:ext>
            </a:extLst>
          </a:blip>
          <a:srcRect/>
          <a:stretch>
            <a:fillRect/>
          </a:stretch>
        </p:blipFill>
        <p:spPr bwMode="auto">
          <a:xfrm>
            <a:off x="5348584" y="1908924"/>
            <a:ext cx="900000" cy="900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nálisis - Iconos gratis de seo y web">
            <a:extLst>
              <a:ext uri="{FF2B5EF4-FFF2-40B4-BE49-F238E27FC236}">
                <a16:creationId xmlns:a16="http://schemas.microsoft.com/office/drawing/2014/main" id="{EDF14060-0796-E673-A59A-BCA73F824D5C}"/>
              </a:ext>
            </a:extLst>
          </p:cNvPr>
          <p:cNvPicPr>
            <a:picLocks noChangeAspect="1" noChangeArrowheads="1"/>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7011025" y="3573016"/>
            <a:ext cx="1089367" cy="108936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nálisis de los datos - Iconos gratis de seo y web">
            <a:extLst>
              <a:ext uri="{FF2B5EF4-FFF2-40B4-BE49-F238E27FC236}">
                <a16:creationId xmlns:a16="http://schemas.microsoft.com/office/drawing/2014/main" id="{C455E0E9-35EC-A195-AFBA-2DC19B5505CE}"/>
              </a:ext>
            </a:extLst>
          </p:cNvPr>
          <p:cNvPicPr>
            <a:picLocks noChangeAspect="1" noChangeArrowheads="1"/>
          </p:cNvPicPr>
          <p:nvPr/>
        </p:nvPicPr>
        <p:blipFill>
          <a:blip r:embed="rId6" cstate="print">
            <a:grayscl/>
            <a:extLst>
              <a:ext uri="{28A0092B-C50C-407E-A947-70E740481C1C}">
                <a14:useLocalDpi xmlns:a14="http://schemas.microsoft.com/office/drawing/2010/main" val="0"/>
              </a:ext>
            </a:extLst>
          </a:blip>
          <a:srcRect/>
          <a:stretch>
            <a:fillRect/>
          </a:stretch>
        </p:blipFill>
        <p:spPr bwMode="auto">
          <a:xfrm>
            <a:off x="7447977" y="4653136"/>
            <a:ext cx="1380758" cy="138075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erente de recursos humanos - Iconos gratis de usuario">
            <a:extLst>
              <a:ext uri="{FF2B5EF4-FFF2-40B4-BE49-F238E27FC236}">
                <a16:creationId xmlns:a16="http://schemas.microsoft.com/office/drawing/2014/main" id="{455E7981-0C32-792C-64F0-3BB38696F2DD}"/>
              </a:ext>
            </a:extLst>
          </p:cNvPr>
          <p:cNvPicPr>
            <a:picLocks noChangeAspect="1" noChangeArrowheads="1"/>
          </p:cNvPicPr>
          <p:nvPr/>
        </p:nvPicPr>
        <p:blipFill>
          <a:blip r:embed="rId7" cstate="print">
            <a:grayscl/>
            <a:extLst>
              <a:ext uri="{BEBA8EAE-BF5A-486C-A8C5-ECC9F3942E4B}">
                <a14:imgProps xmlns:a14="http://schemas.microsoft.com/office/drawing/2010/main">
                  <a14:imgLayer r:embed="rId8">
                    <a14:imgEffect>
                      <a14:backgroundRemoval t="0" b="100000" l="0" r="100000">
                        <a14:backgroundMark x1="56445" y1="31641" x2="56445" y2="31641"/>
                        <a14:backgroundMark x1="53125" y1="40234" x2="53125" y2="40234"/>
                        <a14:backgroundMark x1="55273" y1="65820" x2="55273" y2="65820"/>
                        <a14:backgroundMark x1="47852" y1="66211" x2="47852" y2="66211"/>
                        <a14:backgroundMark x1="50000" y1="61719" x2="50000" y2="61719"/>
                        <a14:backgroundMark x1="56250" y1="66602" x2="56250" y2="66602"/>
                        <a14:backgroundMark x1="44531" y1="65039" x2="44531" y2="65039"/>
                        <a14:backgroundMark x1="40820" y1="69141" x2="40820" y2="69141"/>
                        <a14:backgroundMark x1="41602" y1="65430" x2="41602" y2="65430"/>
                        <a14:backgroundMark x1="37500" y1="71094" x2="37500" y2="71094"/>
                        <a14:backgroundMark x1="49805" y1="73438" x2="49805" y2="73438"/>
                        <a14:backgroundMark x1="50195" y1="78906" x2="50195" y2="78906"/>
                        <a14:backgroundMark x1="58594" y1="75391" x2="58594" y2="75391"/>
                      </a14:backgroundRemoval>
                    </a14:imgEffect>
                  </a14:imgLayer>
                </a14:imgProps>
              </a:ext>
              <a:ext uri="{28A0092B-C50C-407E-A947-70E740481C1C}">
                <a14:useLocalDpi xmlns:a14="http://schemas.microsoft.com/office/drawing/2010/main" val="0"/>
              </a:ext>
            </a:extLst>
          </a:blip>
          <a:srcRect/>
          <a:stretch>
            <a:fillRect/>
          </a:stretch>
        </p:blipFill>
        <p:spPr bwMode="auto">
          <a:xfrm>
            <a:off x="7447977" y="2292206"/>
            <a:ext cx="1584176" cy="1531666"/>
          </a:xfrm>
          <a:prstGeom prst="rect">
            <a:avLst/>
          </a:prstGeom>
          <a:noFill/>
          <a:extLst>
            <a:ext uri="{909E8E84-426E-40DD-AFC4-6F175D3DCCD1}">
              <a14:hiddenFill xmlns:a14="http://schemas.microsoft.com/office/drawing/2010/main">
                <a:solidFill>
                  <a:srgbClr val="FFFFFF"/>
                </a:solidFill>
              </a14:hiddenFill>
            </a:ext>
          </a:extLst>
        </p:spPr>
      </p:pic>
      <p:sp>
        <p:nvSpPr>
          <p:cNvPr id="28" name="Elipse 27">
            <a:extLst>
              <a:ext uri="{FF2B5EF4-FFF2-40B4-BE49-F238E27FC236}">
                <a16:creationId xmlns:a16="http://schemas.microsoft.com/office/drawing/2014/main" id="{7F11BA85-116A-F008-B785-6B6FF5FFF444}"/>
              </a:ext>
            </a:extLst>
          </p:cNvPr>
          <p:cNvSpPr/>
          <p:nvPr/>
        </p:nvSpPr>
        <p:spPr>
          <a:xfrm>
            <a:off x="7695381" y="2523493"/>
            <a:ext cx="1089368" cy="10663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pic>
        <p:nvPicPr>
          <p:cNvPr id="9" name="Imagen 8">
            <a:extLst>
              <a:ext uri="{FF2B5EF4-FFF2-40B4-BE49-F238E27FC236}">
                <a16:creationId xmlns:a16="http://schemas.microsoft.com/office/drawing/2014/main" id="{410AFA21-88BC-EC43-BE75-10FE9299F49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7888417" y="2707157"/>
            <a:ext cx="703295" cy="712800"/>
          </a:xfrm>
          <a:prstGeom prst="rect">
            <a:avLst/>
          </a:prstGeom>
        </p:spPr>
      </p:pic>
      <p:pic>
        <p:nvPicPr>
          <p:cNvPr id="12" name="Imagen 11">
            <a:extLst>
              <a:ext uri="{FF2B5EF4-FFF2-40B4-BE49-F238E27FC236}">
                <a16:creationId xmlns:a16="http://schemas.microsoft.com/office/drawing/2014/main" id="{1CE9CCDB-E8AD-E943-4E82-4948BE6C142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107123" y="267999"/>
            <a:ext cx="703225" cy="712728"/>
          </a:xfrm>
          <a:prstGeom prst="rect">
            <a:avLst/>
          </a:prstGeom>
        </p:spPr>
      </p:pic>
    </p:spTree>
    <p:extLst>
      <p:ext uri="{BB962C8B-B14F-4D97-AF65-F5344CB8AC3E}">
        <p14:creationId xmlns:p14="http://schemas.microsoft.com/office/powerpoint/2010/main" val="265656754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2" name="Título 1"/>
          <p:cNvSpPr txBox="1">
            <a:spLocks/>
          </p:cNvSpPr>
          <p:nvPr/>
        </p:nvSpPr>
        <p:spPr>
          <a:xfrm>
            <a:off x="196190" y="5682452"/>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solidFill>
                  <a:schemeClr val="bg1"/>
                </a:solidFill>
                <a:latin typeface="Britannic Bold" pitchFamily="34" charset="0"/>
              </a:rPr>
              <a:t>ANÁLISIS Y PRESENTACIÓN DE RESULTADOS</a:t>
            </a:r>
            <a:endParaRPr kumimoji="0" lang="es-ES" sz="2200" b="1" u="none" strike="noStrike" kern="1200" cap="none" spc="0" normalizeH="0" baseline="0" noProof="0" dirty="0">
              <a:ln>
                <a:noFill/>
              </a:ln>
              <a:solidFill>
                <a:schemeClr val="bg1"/>
              </a:solidFill>
              <a:uLnTx/>
              <a:uFillTx/>
              <a:latin typeface="Britannic Bold" pitchFamily="34" charset="0"/>
            </a:endParaRPr>
          </a:p>
        </p:txBody>
      </p:sp>
      <p:sp>
        <p:nvSpPr>
          <p:cNvPr id="3" name="Rectángulo 7"/>
          <p:cNvSpPr/>
          <p:nvPr/>
        </p:nvSpPr>
        <p:spPr>
          <a:xfrm>
            <a:off x="283730" y="313775"/>
            <a:ext cx="8510412" cy="1200329"/>
          </a:xfrm>
          <a:prstGeom prst="rect">
            <a:avLst/>
          </a:prstGeom>
          <a:solidFill>
            <a:srgbClr val="1B63C3"/>
          </a:solidFill>
          <a:ln w="38100">
            <a:solidFill>
              <a:schemeClr val="bg1"/>
            </a:solidFill>
          </a:ln>
        </p:spPr>
        <p:txBody>
          <a:bodyPr wrap="square">
            <a:spAutoFit/>
          </a:bodyPr>
          <a:lstStyle/>
          <a:p>
            <a:pPr algn="just">
              <a:lnSpc>
                <a:spcPct val="150000"/>
              </a:lnSpc>
              <a:spcAft>
                <a:spcPts val="800"/>
              </a:spcAft>
            </a:pPr>
            <a:r>
              <a:rPr lang="es-ES" sz="1600" dirty="0">
                <a:solidFill>
                  <a:schemeClr val="bg1"/>
                </a:solidFill>
                <a:latin typeface="Britannic Bold" pitchFamily="34" charset="0"/>
                <a:ea typeface="Calibri" panose="020F0502020204030204" pitchFamily="34" charset="0"/>
                <a:cs typeface="Arial" pitchFamily="34" charset="0"/>
              </a:rPr>
              <a:t>1. Establecer la importancia de desarrollar una Aplicación Móvil basada en Realidad Virtual No Inmersiva para evaluar el Deterioro Cognitivo en el proceso de selección de ingresos del personal atendido por la Dirección de Evaluación y Apoyo Psicológico de la UNIMAR.</a:t>
            </a:r>
            <a:endParaRPr lang="es-VE" sz="1600" dirty="0">
              <a:solidFill>
                <a:schemeClr val="bg1"/>
              </a:solidFill>
              <a:latin typeface="Britannic Bold" pitchFamily="34" charset="0"/>
              <a:ea typeface="Calibri" panose="020F0502020204030204" pitchFamily="34" charset="0"/>
              <a:cs typeface="Arial" pitchFamily="34" charset="0"/>
            </a:endParaRPr>
          </a:p>
        </p:txBody>
      </p:sp>
      <p:sp>
        <p:nvSpPr>
          <p:cNvPr id="7" name="CuadroTexto 6"/>
          <p:cNvSpPr txBox="1"/>
          <p:nvPr/>
        </p:nvSpPr>
        <p:spPr>
          <a:xfrm>
            <a:off x="283730" y="1683647"/>
            <a:ext cx="8464734" cy="4260718"/>
          </a:xfrm>
          <a:prstGeom prst="rect">
            <a:avLst/>
          </a:prstGeom>
          <a:noFill/>
        </p:spPr>
        <p:txBody>
          <a:bodyPr wrap="square" rtlCol="0">
            <a:spAutoFit/>
          </a:bodyPr>
          <a:lstStyle/>
          <a:p>
            <a:pPr marL="342900" indent="-342900">
              <a:lnSpc>
                <a:spcPct val="150000"/>
              </a:lnSpc>
              <a:buFont typeface="+mj-lt"/>
              <a:buAutoNum type="arabicPeriod"/>
            </a:pPr>
            <a:r>
              <a:rPr lang="es-ES" sz="1400" b="1" dirty="0">
                <a:solidFill>
                  <a:schemeClr val="bg1"/>
                </a:solidFill>
              </a:rPr>
              <a:t>¿Sabe usted lo que es la Salud Mental?</a:t>
            </a:r>
          </a:p>
          <a:p>
            <a:pPr marL="342900" indent="-342900">
              <a:lnSpc>
                <a:spcPct val="150000"/>
              </a:lnSpc>
              <a:buFont typeface="+mj-lt"/>
              <a:buAutoNum type="arabicPeriod"/>
            </a:pPr>
            <a:r>
              <a:rPr lang="es-ES" sz="1400" b="1" dirty="0">
                <a:solidFill>
                  <a:schemeClr val="bg1"/>
                </a:solidFill>
              </a:rPr>
              <a:t>¿Considera importante evaluar la Salud Mental, así como se evalúa la Salud Física?</a:t>
            </a:r>
          </a:p>
          <a:p>
            <a:pPr marL="342900" indent="-342900">
              <a:lnSpc>
                <a:spcPct val="150000"/>
              </a:lnSpc>
              <a:buFont typeface="+mj-lt"/>
              <a:buAutoNum type="arabicPeriod"/>
            </a:pPr>
            <a:r>
              <a:rPr lang="es-ES" sz="1400" b="1" dirty="0">
                <a:solidFill>
                  <a:schemeClr val="bg1"/>
                </a:solidFill>
              </a:rPr>
              <a:t>¿Sabe usted lo que es el Deterioro Cognitivo?</a:t>
            </a:r>
          </a:p>
          <a:p>
            <a:pPr marL="342900" indent="-342900">
              <a:lnSpc>
                <a:spcPct val="150000"/>
              </a:lnSpc>
              <a:buFont typeface="+mj-lt"/>
              <a:buAutoNum type="arabicPeriod"/>
            </a:pPr>
            <a:r>
              <a:rPr lang="es-ES" sz="1400" b="1" dirty="0">
                <a:solidFill>
                  <a:schemeClr val="bg1"/>
                </a:solidFill>
              </a:rPr>
              <a:t>¿Considera importante la evaluación del Deterioro Cognitivo?</a:t>
            </a:r>
          </a:p>
          <a:p>
            <a:pPr marL="342900" indent="-342900">
              <a:lnSpc>
                <a:spcPct val="150000"/>
              </a:lnSpc>
              <a:buFont typeface="+mj-lt"/>
              <a:buAutoNum type="arabicPeriod"/>
            </a:pPr>
            <a:r>
              <a:rPr lang="es-ES" sz="1400" b="1" dirty="0">
                <a:solidFill>
                  <a:schemeClr val="bg1"/>
                </a:solidFill>
              </a:rPr>
              <a:t>¿Sabía usted que el Deterioro Cognitivo es la primera etapa de la Demencia?</a:t>
            </a:r>
          </a:p>
          <a:p>
            <a:pPr marL="342900" indent="-342900">
              <a:lnSpc>
                <a:spcPct val="150000"/>
              </a:lnSpc>
              <a:buFont typeface="+mj-lt"/>
              <a:buAutoNum type="arabicPeriod"/>
            </a:pPr>
            <a:r>
              <a:rPr lang="es-ES" sz="1400" b="1" dirty="0">
                <a:solidFill>
                  <a:schemeClr val="bg1"/>
                </a:solidFill>
              </a:rPr>
              <a:t>¿Considera que debe ser evaluado el Deterioro Cognitivo al personal de nuevo ingreso a UNIMAR?</a:t>
            </a:r>
          </a:p>
          <a:p>
            <a:pPr marL="342900" indent="-342900">
              <a:lnSpc>
                <a:spcPct val="150000"/>
              </a:lnSpc>
              <a:buFont typeface="+mj-lt"/>
              <a:buAutoNum type="arabicPeriod"/>
            </a:pPr>
            <a:r>
              <a:rPr lang="es-ES" sz="1400" b="1" dirty="0">
                <a:solidFill>
                  <a:schemeClr val="bg1"/>
                </a:solidFill>
              </a:rPr>
              <a:t>¿Considera que debe ser evaluado el Deterioro Cognitivo anualmente al personal de UNIMAR?</a:t>
            </a:r>
          </a:p>
          <a:p>
            <a:pPr marL="342900" indent="-342900">
              <a:lnSpc>
                <a:spcPct val="150000"/>
              </a:lnSpc>
              <a:buFont typeface="+mj-lt"/>
              <a:buAutoNum type="arabicPeriod"/>
            </a:pPr>
            <a:r>
              <a:rPr lang="es-ES" sz="1400" b="1" dirty="0">
                <a:solidFill>
                  <a:schemeClr val="bg1"/>
                </a:solidFill>
              </a:rPr>
              <a:t>¿Considera importante desarrollar una aplicación móvil basada en Realidad Virtual No Inmersiva que facilite la evaluación del Deterioro Cognitivo a los empleados de Unimar?</a:t>
            </a:r>
          </a:p>
          <a:p>
            <a:pPr marL="342900" indent="-342900">
              <a:lnSpc>
                <a:spcPct val="150000"/>
              </a:lnSpc>
              <a:buFont typeface="+mj-lt"/>
              <a:buAutoNum type="arabicPeriod"/>
            </a:pPr>
            <a:r>
              <a:rPr lang="es-ES" sz="1400" b="1" dirty="0">
                <a:solidFill>
                  <a:schemeClr val="bg1"/>
                </a:solidFill>
              </a:rPr>
              <a:t>¿Considera que el desarrollo de una aplicación móvil basada en Realidad Virtual No Inmersiva es un avance en la Tele psicología?</a:t>
            </a:r>
          </a:p>
          <a:p>
            <a:pPr marL="342900" indent="-342900">
              <a:lnSpc>
                <a:spcPct val="150000"/>
              </a:lnSpc>
              <a:buFont typeface="+mj-lt"/>
              <a:buAutoNum type="arabicPeriod"/>
            </a:pPr>
            <a:r>
              <a:rPr lang="es-ES" sz="1400" b="1" dirty="0">
                <a:solidFill>
                  <a:schemeClr val="bg1"/>
                </a:solidFill>
              </a:rPr>
              <a:t>¿Le gustaría ser evaluado por medio de la aplicación una vez desarrollada?</a:t>
            </a:r>
          </a:p>
        </p:txBody>
      </p:sp>
      <p:pic>
        <p:nvPicPr>
          <p:cNvPr id="5" name="Imagen 4">
            <a:extLst>
              <a:ext uri="{FF2B5EF4-FFF2-40B4-BE49-F238E27FC236}">
                <a16:creationId xmlns:a16="http://schemas.microsoft.com/office/drawing/2014/main" id="{28B13964-B874-B8B4-7DFE-62AC393574E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5239" y="5831496"/>
            <a:ext cx="703225" cy="712729"/>
          </a:xfrm>
          <a:prstGeom prst="rect">
            <a:avLst/>
          </a:prstGeom>
        </p:spPr>
      </p:pic>
    </p:spTree>
    <p:extLst>
      <p:ext uri="{BB962C8B-B14F-4D97-AF65-F5344CB8AC3E}">
        <p14:creationId xmlns:p14="http://schemas.microsoft.com/office/powerpoint/2010/main" val="3114896569"/>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2" name="Título 1"/>
          <p:cNvSpPr txBox="1">
            <a:spLocks/>
          </p:cNvSpPr>
          <p:nvPr/>
        </p:nvSpPr>
        <p:spPr>
          <a:xfrm>
            <a:off x="196190" y="5682452"/>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solidFill>
                  <a:schemeClr val="bg1"/>
                </a:solidFill>
                <a:latin typeface="Britannic Bold" pitchFamily="34" charset="0"/>
              </a:rPr>
              <a:t>ANÁLISIS Y PRESENTACIÓN DE RESULTADOS</a:t>
            </a:r>
            <a:endParaRPr kumimoji="0" lang="es-ES" sz="2200" b="1" u="none" strike="noStrike" kern="1200" cap="none" spc="0" normalizeH="0" baseline="0" noProof="0" dirty="0">
              <a:ln>
                <a:noFill/>
              </a:ln>
              <a:solidFill>
                <a:schemeClr val="bg1"/>
              </a:solidFill>
              <a:uLnTx/>
              <a:uFillTx/>
              <a:latin typeface="Britannic Bold" pitchFamily="34" charset="0"/>
            </a:endParaRPr>
          </a:p>
        </p:txBody>
      </p:sp>
      <p:sp>
        <p:nvSpPr>
          <p:cNvPr id="3" name="Rectángulo 7"/>
          <p:cNvSpPr/>
          <p:nvPr/>
        </p:nvSpPr>
        <p:spPr>
          <a:xfrm>
            <a:off x="2555776" y="764704"/>
            <a:ext cx="3928230" cy="461665"/>
          </a:xfrm>
          <a:prstGeom prst="rect">
            <a:avLst/>
          </a:prstGeom>
          <a:solidFill>
            <a:srgbClr val="1B63C3"/>
          </a:solidFill>
          <a:ln w="38100">
            <a:solidFill>
              <a:schemeClr val="bg1"/>
            </a:solidFill>
          </a:ln>
        </p:spPr>
        <p:txBody>
          <a:bodyPr wrap="square">
            <a:spAutoFit/>
          </a:bodyPr>
          <a:lstStyle/>
          <a:p>
            <a:pPr algn="ctr">
              <a:lnSpc>
                <a:spcPct val="150000"/>
              </a:lnSpc>
              <a:spcAft>
                <a:spcPts val="800"/>
              </a:spcAft>
            </a:pPr>
            <a:r>
              <a:rPr lang="es-ES" sz="1600" b="1" dirty="0">
                <a:solidFill>
                  <a:schemeClr val="bg1"/>
                </a:solidFill>
              </a:rPr>
              <a:t>¿Sabe usted lo que es la Salud Mental?</a:t>
            </a:r>
          </a:p>
        </p:txBody>
      </p:sp>
      <p:graphicFrame>
        <p:nvGraphicFramePr>
          <p:cNvPr id="4" name="Tabla 3"/>
          <p:cNvGraphicFramePr>
            <a:graphicFrameLocks noGrp="1"/>
          </p:cNvGraphicFramePr>
          <p:nvPr>
            <p:extLst>
              <p:ext uri="{D42A27DB-BD31-4B8C-83A1-F6EECF244321}">
                <p14:modId xmlns:p14="http://schemas.microsoft.com/office/powerpoint/2010/main" val="4169498330"/>
              </p:ext>
            </p:extLst>
          </p:nvPr>
        </p:nvGraphicFramePr>
        <p:xfrm>
          <a:off x="538966" y="1556792"/>
          <a:ext cx="7961850" cy="2592288"/>
        </p:xfrm>
        <a:graphic>
          <a:graphicData uri="http://schemas.openxmlformats.org/drawingml/2006/table">
            <a:tbl>
              <a:tblPr firstRow="1" firstCol="1" bandRow="1">
                <a:tableStyleId>{00A15C55-8517-42AA-B614-E9B94910E393}</a:tableStyleId>
              </a:tblPr>
              <a:tblGrid>
                <a:gridCol w="2653950">
                  <a:extLst>
                    <a:ext uri="{9D8B030D-6E8A-4147-A177-3AD203B41FA5}">
                      <a16:colId xmlns:a16="http://schemas.microsoft.com/office/drawing/2014/main" val="2814359593"/>
                    </a:ext>
                  </a:extLst>
                </a:gridCol>
                <a:gridCol w="2653950">
                  <a:extLst>
                    <a:ext uri="{9D8B030D-6E8A-4147-A177-3AD203B41FA5}">
                      <a16:colId xmlns:a16="http://schemas.microsoft.com/office/drawing/2014/main" val="1630635602"/>
                    </a:ext>
                  </a:extLst>
                </a:gridCol>
                <a:gridCol w="2653950">
                  <a:extLst>
                    <a:ext uri="{9D8B030D-6E8A-4147-A177-3AD203B41FA5}">
                      <a16:colId xmlns:a16="http://schemas.microsoft.com/office/drawing/2014/main" val="4254991678"/>
                    </a:ext>
                  </a:extLst>
                </a:gridCol>
              </a:tblGrid>
              <a:tr h="897279">
                <a:tc>
                  <a:txBody>
                    <a:bodyPr/>
                    <a:lstStyle/>
                    <a:p>
                      <a:pPr algn="ctr">
                        <a:lnSpc>
                          <a:spcPct val="107000"/>
                        </a:lnSpc>
                        <a:spcAft>
                          <a:spcPts val="800"/>
                        </a:spcAft>
                      </a:pPr>
                      <a:r>
                        <a:rPr lang="es-ES" sz="1600" dirty="0">
                          <a:effectLst/>
                        </a:rPr>
                        <a:t>Alternativas</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tc>
                  <a:txBody>
                    <a:bodyPr/>
                    <a:lstStyle/>
                    <a:p>
                      <a:pPr algn="ctr">
                        <a:lnSpc>
                          <a:spcPct val="107000"/>
                        </a:lnSpc>
                        <a:spcAft>
                          <a:spcPts val="800"/>
                        </a:spcAft>
                      </a:pPr>
                      <a:r>
                        <a:rPr lang="es-ES" sz="1600" dirty="0">
                          <a:effectLst/>
                        </a:rPr>
                        <a:t>Frecuencia Absoluta</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tc>
                  <a:txBody>
                    <a:bodyPr/>
                    <a:lstStyle/>
                    <a:p>
                      <a:pPr algn="ctr">
                        <a:lnSpc>
                          <a:spcPct val="107000"/>
                        </a:lnSpc>
                        <a:spcAft>
                          <a:spcPts val="800"/>
                        </a:spcAft>
                      </a:pPr>
                      <a:r>
                        <a:rPr lang="es-ES" sz="1600" dirty="0">
                          <a:effectLst/>
                        </a:rPr>
                        <a:t>Frecuencia Relativa %</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extLst>
                  <a:ext uri="{0D108BD9-81ED-4DB2-BD59-A6C34878D82A}">
                    <a16:rowId xmlns:a16="http://schemas.microsoft.com/office/drawing/2014/main" val="843133148"/>
                  </a:ext>
                </a:extLst>
              </a:tr>
              <a:tr h="476994">
                <a:tc>
                  <a:txBody>
                    <a:bodyPr/>
                    <a:lstStyle/>
                    <a:p>
                      <a:pPr algn="ctr">
                        <a:lnSpc>
                          <a:spcPct val="107000"/>
                        </a:lnSpc>
                        <a:spcAft>
                          <a:spcPts val="800"/>
                        </a:spcAft>
                      </a:pPr>
                      <a:r>
                        <a:rPr lang="es-ES" sz="1600" dirty="0">
                          <a:solidFill>
                            <a:schemeClr val="tx1"/>
                          </a:solidFill>
                          <a:effectLst/>
                        </a:rPr>
                        <a:t>Si</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24</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tc>
                  <a:txBody>
                    <a:bodyPr/>
                    <a:lstStyle/>
                    <a:p>
                      <a:pPr algn="ctr">
                        <a:lnSpc>
                          <a:spcPct val="107000"/>
                        </a:lnSpc>
                        <a:spcAft>
                          <a:spcPts val="800"/>
                        </a:spcAft>
                      </a:pPr>
                      <a:r>
                        <a:rPr lang="es-ES" sz="1600" dirty="0">
                          <a:effectLst/>
                        </a:rPr>
                        <a:t>92%</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extLst>
                  <a:ext uri="{0D108BD9-81ED-4DB2-BD59-A6C34878D82A}">
                    <a16:rowId xmlns:a16="http://schemas.microsoft.com/office/drawing/2014/main" val="1083904217"/>
                  </a:ext>
                </a:extLst>
              </a:tr>
              <a:tr h="476994">
                <a:tc>
                  <a:txBody>
                    <a:bodyPr/>
                    <a:lstStyle/>
                    <a:p>
                      <a:pPr algn="ctr">
                        <a:lnSpc>
                          <a:spcPct val="107000"/>
                        </a:lnSpc>
                        <a:spcAft>
                          <a:spcPts val="800"/>
                        </a:spcAft>
                      </a:pPr>
                      <a:r>
                        <a:rPr lang="es-ES" sz="1600" dirty="0">
                          <a:solidFill>
                            <a:schemeClr val="tx1"/>
                          </a:solidFill>
                          <a:effectLst/>
                        </a:rPr>
                        <a:t>No</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2</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tc>
                  <a:txBody>
                    <a:bodyPr/>
                    <a:lstStyle/>
                    <a:p>
                      <a:pPr algn="ctr">
                        <a:lnSpc>
                          <a:spcPct val="107000"/>
                        </a:lnSpc>
                        <a:spcAft>
                          <a:spcPts val="800"/>
                        </a:spcAft>
                      </a:pPr>
                      <a:r>
                        <a:rPr lang="es-ES" sz="1600" dirty="0">
                          <a:effectLst/>
                        </a:rPr>
                        <a:t>8%</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extLst>
                  <a:ext uri="{0D108BD9-81ED-4DB2-BD59-A6C34878D82A}">
                    <a16:rowId xmlns:a16="http://schemas.microsoft.com/office/drawing/2014/main" val="1294075160"/>
                  </a:ext>
                </a:extLst>
              </a:tr>
              <a:tr h="741021">
                <a:tc>
                  <a:txBody>
                    <a:bodyPr/>
                    <a:lstStyle/>
                    <a:p>
                      <a:pPr algn="ctr">
                        <a:lnSpc>
                          <a:spcPct val="107000"/>
                        </a:lnSpc>
                        <a:spcAft>
                          <a:spcPts val="800"/>
                        </a:spcAft>
                      </a:pPr>
                      <a:r>
                        <a:rPr lang="es-ES" sz="1600" dirty="0">
                          <a:solidFill>
                            <a:schemeClr val="tx1"/>
                          </a:solidFill>
                          <a:effectLst/>
                        </a:rPr>
                        <a:t>Total</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26</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tc>
                  <a:txBody>
                    <a:bodyPr/>
                    <a:lstStyle/>
                    <a:p>
                      <a:pPr algn="ctr">
                        <a:lnSpc>
                          <a:spcPct val="107000"/>
                        </a:lnSpc>
                        <a:spcAft>
                          <a:spcPts val="800"/>
                        </a:spcAft>
                      </a:pPr>
                      <a:r>
                        <a:rPr lang="es-ES" sz="1600" dirty="0">
                          <a:effectLst/>
                        </a:rPr>
                        <a:t>100%</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extLst>
                  <a:ext uri="{0D108BD9-81ED-4DB2-BD59-A6C34878D82A}">
                    <a16:rowId xmlns:a16="http://schemas.microsoft.com/office/drawing/2014/main" val="1402605027"/>
                  </a:ext>
                </a:extLst>
              </a:tr>
            </a:tbl>
          </a:graphicData>
        </a:graphic>
      </p:graphicFrame>
      <p:pic>
        <p:nvPicPr>
          <p:cNvPr id="5" name="Imagen 4">
            <a:extLst>
              <a:ext uri="{FF2B5EF4-FFF2-40B4-BE49-F238E27FC236}">
                <a16:creationId xmlns:a16="http://schemas.microsoft.com/office/drawing/2014/main" id="{7E7BBF08-FBC0-217E-4C44-C9D521CA9BC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5239" y="5831496"/>
            <a:ext cx="703225" cy="712729"/>
          </a:xfrm>
          <a:prstGeom prst="rect">
            <a:avLst/>
          </a:prstGeom>
        </p:spPr>
      </p:pic>
    </p:spTree>
    <p:extLst>
      <p:ext uri="{BB962C8B-B14F-4D97-AF65-F5344CB8AC3E}">
        <p14:creationId xmlns:p14="http://schemas.microsoft.com/office/powerpoint/2010/main" val="3562279813"/>
      </p:ext>
    </p:extLst>
  </p:cSld>
  <p:clrMapOvr>
    <a:masterClrMapping/>
  </p:clrMapOvr>
  <p:transition spd="slow">
    <p:push dir="r"/>
  </p:transition>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2" name="Título 1"/>
          <p:cNvSpPr txBox="1">
            <a:spLocks/>
          </p:cNvSpPr>
          <p:nvPr/>
        </p:nvSpPr>
        <p:spPr>
          <a:xfrm>
            <a:off x="196190" y="5682452"/>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solidFill>
                  <a:schemeClr val="bg1"/>
                </a:solidFill>
                <a:latin typeface="Britannic Bold" pitchFamily="34" charset="0"/>
              </a:rPr>
              <a:t>ANÁLISIS Y PRESENTACIÓN DE RESULTADOS</a:t>
            </a:r>
            <a:endParaRPr kumimoji="0" lang="es-ES" sz="2200" b="1" u="none" strike="noStrike" kern="1200" cap="none" spc="0" normalizeH="0" baseline="0" noProof="0" dirty="0">
              <a:ln>
                <a:noFill/>
              </a:ln>
              <a:solidFill>
                <a:schemeClr val="bg1"/>
              </a:solidFill>
              <a:uLnTx/>
              <a:uFillTx/>
              <a:latin typeface="Britannic Bold" pitchFamily="34" charset="0"/>
            </a:endParaRPr>
          </a:p>
        </p:txBody>
      </p:sp>
      <p:sp>
        <p:nvSpPr>
          <p:cNvPr id="3" name="Rectángulo 7"/>
          <p:cNvSpPr/>
          <p:nvPr/>
        </p:nvSpPr>
        <p:spPr>
          <a:xfrm>
            <a:off x="1547371" y="764704"/>
            <a:ext cx="5945040" cy="424219"/>
          </a:xfrm>
          <a:prstGeom prst="rect">
            <a:avLst/>
          </a:prstGeom>
          <a:solidFill>
            <a:srgbClr val="1B63C3"/>
          </a:solidFill>
          <a:ln w="38100">
            <a:solidFill>
              <a:schemeClr val="bg1"/>
            </a:solidFill>
          </a:ln>
        </p:spPr>
        <p:txBody>
          <a:bodyPr wrap="square">
            <a:spAutoFit/>
          </a:bodyPr>
          <a:lstStyle/>
          <a:p>
            <a:pPr algn="ctr">
              <a:lnSpc>
                <a:spcPct val="150000"/>
              </a:lnSpc>
              <a:spcAft>
                <a:spcPts val="800"/>
              </a:spcAft>
            </a:pPr>
            <a:r>
              <a:rPr lang="es-ES" sz="1600" b="1" dirty="0">
                <a:solidFill>
                  <a:schemeClr val="bg1"/>
                </a:solidFill>
              </a:rPr>
              <a:t>¿Considera importante la evaluación del Deterioro Cognitivo?</a:t>
            </a:r>
          </a:p>
        </p:txBody>
      </p:sp>
      <p:graphicFrame>
        <p:nvGraphicFramePr>
          <p:cNvPr id="4" name="Tabla 3"/>
          <p:cNvGraphicFramePr>
            <a:graphicFrameLocks noGrp="1"/>
          </p:cNvGraphicFramePr>
          <p:nvPr>
            <p:extLst>
              <p:ext uri="{D42A27DB-BD31-4B8C-83A1-F6EECF244321}">
                <p14:modId xmlns:p14="http://schemas.microsoft.com/office/powerpoint/2010/main" val="3637463664"/>
              </p:ext>
            </p:extLst>
          </p:nvPr>
        </p:nvGraphicFramePr>
        <p:xfrm>
          <a:off x="538966" y="1556792"/>
          <a:ext cx="7961850" cy="2592288"/>
        </p:xfrm>
        <a:graphic>
          <a:graphicData uri="http://schemas.openxmlformats.org/drawingml/2006/table">
            <a:tbl>
              <a:tblPr firstRow="1" firstCol="1" bandRow="1">
                <a:tableStyleId>{00A15C55-8517-42AA-B614-E9B94910E393}</a:tableStyleId>
              </a:tblPr>
              <a:tblGrid>
                <a:gridCol w="2653950">
                  <a:extLst>
                    <a:ext uri="{9D8B030D-6E8A-4147-A177-3AD203B41FA5}">
                      <a16:colId xmlns:a16="http://schemas.microsoft.com/office/drawing/2014/main" val="2814359593"/>
                    </a:ext>
                  </a:extLst>
                </a:gridCol>
                <a:gridCol w="2653950">
                  <a:extLst>
                    <a:ext uri="{9D8B030D-6E8A-4147-A177-3AD203B41FA5}">
                      <a16:colId xmlns:a16="http://schemas.microsoft.com/office/drawing/2014/main" val="1630635602"/>
                    </a:ext>
                  </a:extLst>
                </a:gridCol>
                <a:gridCol w="2653950">
                  <a:extLst>
                    <a:ext uri="{9D8B030D-6E8A-4147-A177-3AD203B41FA5}">
                      <a16:colId xmlns:a16="http://schemas.microsoft.com/office/drawing/2014/main" val="4254991678"/>
                    </a:ext>
                  </a:extLst>
                </a:gridCol>
              </a:tblGrid>
              <a:tr h="897279">
                <a:tc>
                  <a:txBody>
                    <a:bodyPr/>
                    <a:lstStyle/>
                    <a:p>
                      <a:pPr algn="ctr">
                        <a:lnSpc>
                          <a:spcPct val="107000"/>
                        </a:lnSpc>
                        <a:spcAft>
                          <a:spcPts val="800"/>
                        </a:spcAft>
                      </a:pPr>
                      <a:r>
                        <a:rPr lang="es-ES" sz="1600" dirty="0">
                          <a:effectLst/>
                        </a:rPr>
                        <a:t>Alternativas</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tc>
                  <a:txBody>
                    <a:bodyPr/>
                    <a:lstStyle/>
                    <a:p>
                      <a:pPr algn="ctr">
                        <a:lnSpc>
                          <a:spcPct val="107000"/>
                        </a:lnSpc>
                        <a:spcAft>
                          <a:spcPts val="800"/>
                        </a:spcAft>
                      </a:pPr>
                      <a:r>
                        <a:rPr lang="es-ES" sz="1600" dirty="0">
                          <a:effectLst/>
                        </a:rPr>
                        <a:t>Frecuencia Absoluta</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tc>
                  <a:txBody>
                    <a:bodyPr/>
                    <a:lstStyle/>
                    <a:p>
                      <a:pPr algn="ctr">
                        <a:lnSpc>
                          <a:spcPct val="107000"/>
                        </a:lnSpc>
                        <a:spcAft>
                          <a:spcPts val="800"/>
                        </a:spcAft>
                      </a:pPr>
                      <a:r>
                        <a:rPr lang="es-ES" sz="1600" dirty="0">
                          <a:effectLst/>
                        </a:rPr>
                        <a:t>Frecuencia Relativa %</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extLst>
                  <a:ext uri="{0D108BD9-81ED-4DB2-BD59-A6C34878D82A}">
                    <a16:rowId xmlns:a16="http://schemas.microsoft.com/office/drawing/2014/main" val="843133148"/>
                  </a:ext>
                </a:extLst>
              </a:tr>
              <a:tr h="476994">
                <a:tc>
                  <a:txBody>
                    <a:bodyPr/>
                    <a:lstStyle/>
                    <a:p>
                      <a:pPr algn="ctr">
                        <a:lnSpc>
                          <a:spcPct val="107000"/>
                        </a:lnSpc>
                        <a:spcAft>
                          <a:spcPts val="800"/>
                        </a:spcAft>
                      </a:pPr>
                      <a:r>
                        <a:rPr lang="es-ES" sz="1600" dirty="0">
                          <a:solidFill>
                            <a:schemeClr val="tx1"/>
                          </a:solidFill>
                          <a:effectLst/>
                        </a:rPr>
                        <a:t>Si</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tc>
                  <a:txBody>
                    <a:bodyPr/>
                    <a:lstStyle/>
                    <a:p>
                      <a:pPr algn="ctr">
                        <a:lnSpc>
                          <a:spcPct val="107000"/>
                        </a:lnSpc>
                        <a:spcAft>
                          <a:spcPts val="800"/>
                        </a:spcAft>
                      </a:pPr>
                      <a:r>
                        <a:rPr lang="es-ES" sz="1600" dirty="0">
                          <a:effectLst/>
                        </a:rPr>
                        <a:t>19</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tc>
                  <a:txBody>
                    <a:bodyPr/>
                    <a:lstStyle/>
                    <a:p>
                      <a:pPr algn="ctr">
                        <a:lnSpc>
                          <a:spcPct val="107000"/>
                        </a:lnSpc>
                        <a:spcAft>
                          <a:spcPts val="800"/>
                        </a:spcAft>
                      </a:pPr>
                      <a:r>
                        <a:rPr lang="es-ES" sz="1600" dirty="0">
                          <a:effectLst/>
                        </a:rPr>
                        <a:t>73%</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extLst>
                  <a:ext uri="{0D108BD9-81ED-4DB2-BD59-A6C34878D82A}">
                    <a16:rowId xmlns:a16="http://schemas.microsoft.com/office/drawing/2014/main" val="1083904217"/>
                  </a:ext>
                </a:extLst>
              </a:tr>
              <a:tr h="476994">
                <a:tc>
                  <a:txBody>
                    <a:bodyPr/>
                    <a:lstStyle/>
                    <a:p>
                      <a:pPr algn="ctr">
                        <a:lnSpc>
                          <a:spcPct val="107000"/>
                        </a:lnSpc>
                        <a:spcAft>
                          <a:spcPts val="800"/>
                        </a:spcAft>
                      </a:pPr>
                      <a:r>
                        <a:rPr lang="es-ES" sz="1600" dirty="0">
                          <a:solidFill>
                            <a:schemeClr val="tx1"/>
                          </a:solidFill>
                          <a:effectLst/>
                        </a:rPr>
                        <a:t>No</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7</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tc>
                  <a:txBody>
                    <a:bodyPr/>
                    <a:lstStyle/>
                    <a:p>
                      <a:pPr algn="ctr">
                        <a:lnSpc>
                          <a:spcPct val="107000"/>
                        </a:lnSpc>
                        <a:spcAft>
                          <a:spcPts val="800"/>
                        </a:spcAft>
                      </a:pPr>
                      <a:r>
                        <a:rPr lang="es-ES" sz="1600" dirty="0">
                          <a:effectLst/>
                        </a:rPr>
                        <a:t>27%</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extLst>
                  <a:ext uri="{0D108BD9-81ED-4DB2-BD59-A6C34878D82A}">
                    <a16:rowId xmlns:a16="http://schemas.microsoft.com/office/drawing/2014/main" val="1294075160"/>
                  </a:ext>
                </a:extLst>
              </a:tr>
              <a:tr h="741021">
                <a:tc>
                  <a:txBody>
                    <a:bodyPr/>
                    <a:lstStyle/>
                    <a:p>
                      <a:pPr algn="ctr">
                        <a:lnSpc>
                          <a:spcPct val="107000"/>
                        </a:lnSpc>
                        <a:spcAft>
                          <a:spcPts val="800"/>
                        </a:spcAft>
                      </a:pPr>
                      <a:r>
                        <a:rPr lang="es-ES" sz="1600" dirty="0">
                          <a:solidFill>
                            <a:schemeClr val="tx1"/>
                          </a:solidFill>
                          <a:effectLst/>
                        </a:rPr>
                        <a:t>Total</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26</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tc>
                  <a:txBody>
                    <a:bodyPr/>
                    <a:lstStyle/>
                    <a:p>
                      <a:pPr algn="ctr">
                        <a:lnSpc>
                          <a:spcPct val="107000"/>
                        </a:lnSpc>
                        <a:spcAft>
                          <a:spcPts val="800"/>
                        </a:spcAft>
                      </a:pPr>
                      <a:r>
                        <a:rPr lang="es-ES" sz="1600" dirty="0">
                          <a:effectLst/>
                        </a:rPr>
                        <a:t>100%</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extLst>
                  <a:ext uri="{0D108BD9-81ED-4DB2-BD59-A6C34878D82A}">
                    <a16:rowId xmlns:a16="http://schemas.microsoft.com/office/drawing/2014/main" val="1402605027"/>
                  </a:ext>
                </a:extLst>
              </a:tr>
            </a:tbl>
          </a:graphicData>
        </a:graphic>
      </p:graphicFrame>
      <p:pic>
        <p:nvPicPr>
          <p:cNvPr id="5" name="Imagen 4">
            <a:extLst>
              <a:ext uri="{FF2B5EF4-FFF2-40B4-BE49-F238E27FC236}">
                <a16:creationId xmlns:a16="http://schemas.microsoft.com/office/drawing/2014/main" id="{B08F50C9-FD5A-5C25-27BD-BF9A0FA8F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5239" y="5831496"/>
            <a:ext cx="703225" cy="712729"/>
          </a:xfrm>
          <a:prstGeom prst="rect">
            <a:avLst/>
          </a:prstGeom>
        </p:spPr>
      </p:pic>
    </p:spTree>
    <p:extLst>
      <p:ext uri="{BB962C8B-B14F-4D97-AF65-F5344CB8AC3E}">
        <p14:creationId xmlns:p14="http://schemas.microsoft.com/office/powerpoint/2010/main" val="1354868491"/>
      </p:ext>
    </p:extLst>
  </p:cSld>
  <p:clrMapOvr>
    <a:masterClrMapping/>
  </p:clrMapOvr>
  <p:transition spd="slow">
    <p:push dir="d"/>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2" name="Título 1"/>
          <p:cNvSpPr txBox="1">
            <a:spLocks/>
          </p:cNvSpPr>
          <p:nvPr/>
        </p:nvSpPr>
        <p:spPr>
          <a:xfrm>
            <a:off x="196190" y="5682452"/>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solidFill>
                  <a:schemeClr val="bg1"/>
                </a:solidFill>
                <a:latin typeface="Britannic Bold" pitchFamily="34" charset="0"/>
              </a:rPr>
              <a:t>ANÁLISIS Y PRESENTACIÓN DE RESULTADOS</a:t>
            </a:r>
            <a:endParaRPr kumimoji="0" lang="es-ES" sz="2200" b="1" u="none" strike="noStrike" kern="1200" cap="none" spc="0" normalizeH="0" baseline="0" noProof="0" dirty="0">
              <a:ln>
                <a:noFill/>
              </a:ln>
              <a:solidFill>
                <a:schemeClr val="bg1"/>
              </a:solidFill>
              <a:uLnTx/>
              <a:uFillTx/>
              <a:latin typeface="Britannic Bold" pitchFamily="34" charset="0"/>
            </a:endParaRPr>
          </a:p>
        </p:txBody>
      </p:sp>
      <p:sp>
        <p:nvSpPr>
          <p:cNvPr id="3" name="Rectángulo 7"/>
          <p:cNvSpPr/>
          <p:nvPr/>
        </p:nvSpPr>
        <p:spPr>
          <a:xfrm>
            <a:off x="538966" y="476672"/>
            <a:ext cx="7961850" cy="830997"/>
          </a:xfrm>
          <a:prstGeom prst="rect">
            <a:avLst/>
          </a:prstGeom>
          <a:solidFill>
            <a:srgbClr val="1B63C3"/>
          </a:solidFill>
          <a:ln w="38100">
            <a:solidFill>
              <a:schemeClr val="bg1"/>
            </a:solidFill>
          </a:ln>
        </p:spPr>
        <p:txBody>
          <a:bodyPr wrap="square">
            <a:spAutoFit/>
          </a:bodyPr>
          <a:lstStyle/>
          <a:p>
            <a:pPr algn="ctr">
              <a:lnSpc>
                <a:spcPct val="150000"/>
              </a:lnSpc>
              <a:spcAft>
                <a:spcPts val="800"/>
              </a:spcAft>
            </a:pPr>
            <a:r>
              <a:rPr lang="es-ES" sz="1600" b="1" dirty="0">
                <a:solidFill>
                  <a:schemeClr val="bg1"/>
                </a:solidFill>
              </a:rPr>
              <a:t>¿Considera que el desarrollo de una aplicación móvil basada en Realidad Virtual No Inmersiva es un avance en la Tele psicología?</a:t>
            </a:r>
          </a:p>
        </p:txBody>
      </p:sp>
      <p:graphicFrame>
        <p:nvGraphicFramePr>
          <p:cNvPr id="4" name="Tabla 3"/>
          <p:cNvGraphicFramePr>
            <a:graphicFrameLocks noGrp="1"/>
          </p:cNvGraphicFramePr>
          <p:nvPr>
            <p:extLst>
              <p:ext uri="{D42A27DB-BD31-4B8C-83A1-F6EECF244321}">
                <p14:modId xmlns:p14="http://schemas.microsoft.com/office/powerpoint/2010/main" val="3722691508"/>
              </p:ext>
            </p:extLst>
          </p:nvPr>
        </p:nvGraphicFramePr>
        <p:xfrm>
          <a:off x="538966" y="1556792"/>
          <a:ext cx="7961850" cy="2592288"/>
        </p:xfrm>
        <a:graphic>
          <a:graphicData uri="http://schemas.openxmlformats.org/drawingml/2006/table">
            <a:tbl>
              <a:tblPr firstRow="1" firstCol="1" bandRow="1">
                <a:tableStyleId>{00A15C55-8517-42AA-B614-E9B94910E393}</a:tableStyleId>
              </a:tblPr>
              <a:tblGrid>
                <a:gridCol w="2653950">
                  <a:extLst>
                    <a:ext uri="{9D8B030D-6E8A-4147-A177-3AD203B41FA5}">
                      <a16:colId xmlns:a16="http://schemas.microsoft.com/office/drawing/2014/main" val="2814359593"/>
                    </a:ext>
                  </a:extLst>
                </a:gridCol>
                <a:gridCol w="2653950">
                  <a:extLst>
                    <a:ext uri="{9D8B030D-6E8A-4147-A177-3AD203B41FA5}">
                      <a16:colId xmlns:a16="http://schemas.microsoft.com/office/drawing/2014/main" val="1630635602"/>
                    </a:ext>
                  </a:extLst>
                </a:gridCol>
                <a:gridCol w="2653950">
                  <a:extLst>
                    <a:ext uri="{9D8B030D-6E8A-4147-A177-3AD203B41FA5}">
                      <a16:colId xmlns:a16="http://schemas.microsoft.com/office/drawing/2014/main" val="4254991678"/>
                    </a:ext>
                  </a:extLst>
                </a:gridCol>
              </a:tblGrid>
              <a:tr h="897279">
                <a:tc>
                  <a:txBody>
                    <a:bodyPr/>
                    <a:lstStyle/>
                    <a:p>
                      <a:pPr algn="ctr">
                        <a:lnSpc>
                          <a:spcPct val="107000"/>
                        </a:lnSpc>
                        <a:spcAft>
                          <a:spcPts val="800"/>
                        </a:spcAft>
                      </a:pPr>
                      <a:r>
                        <a:rPr lang="es-ES" sz="1600" dirty="0">
                          <a:effectLst/>
                        </a:rPr>
                        <a:t>Alternativas</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tc>
                  <a:txBody>
                    <a:bodyPr/>
                    <a:lstStyle/>
                    <a:p>
                      <a:pPr algn="ctr">
                        <a:lnSpc>
                          <a:spcPct val="107000"/>
                        </a:lnSpc>
                        <a:spcAft>
                          <a:spcPts val="800"/>
                        </a:spcAft>
                      </a:pPr>
                      <a:r>
                        <a:rPr lang="es-ES" sz="1600" dirty="0">
                          <a:effectLst/>
                        </a:rPr>
                        <a:t>Frecuencia Absoluta</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tc>
                  <a:txBody>
                    <a:bodyPr/>
                    <a:lstStyle/>
                    <a:p>
                      <a:pPr algn="ctr">
                        <a:lnSpc>
                          <a:spcPct val="107000"/>
                        </a:lnSpc>
                        <a:spcAft>
                          <a:spcPts val="800"/>
                        </a:spcAft>
                      </a:pPr>
                      <a:r>
                        <a:rPr lang="es-ES" sz="1600" dirty="0">
                          <a:effectLst/>
                        </a:rPr>
                        <a:t>Frecuencia Relativa %</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extLst>
                  <a:ext uri="{0D108BD9-81ED-4DB2-BD59-A6C34878D82A}">
                    <a16:rowId xmlns:a16="http://schemas.microsoft.com/office/drawing/2014/main" val="843133148"/>
                  </a:ext>
                </a:extLst>
              </a:tr>
              <a:tr h="476994">
                <a:tc>
                  <a:txBody>
                    <a:bodyPr/>
                    <a:lstStyle/>
                    <a:p>
                      <a:pPr algn="ctr">
                        <a:lnSpc>
                          <a:spcPct val="107000"/>
                        </a:lnSpc>
                        <a:spcAft>
                          <a:spcPts val="800"/>
                        </a:spcAft>
                      </a:pPr>
                      <a:r>
                        <a:rPr lang="es-ES" sz="1600" dirty="0">
                          <a:solidFill>
                            <a:schemeClr val="tx1"/>
                          </a:solidFill>
                          <a:effectLst/>
                        </a:rPr>
                        <a:t>Si</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22</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tc>
                  <a:txBody>
                    <a:bodyPr/>
                    <a:lstStyle/>
                    <a:p>
                      <a:pPr algn="ctr">
                        <a:lnSpc>
                          <a:spcPct val="107000"/>
                        </a:lnSpc>
                        <a:spcAft>
                          <a:spcPts val="800"/>
                        </a:spcAft>
                      </a:pPr>
                      <a:r>
                        <a:rPr lang="es-ES" sz="1600" dirty="0">
                          <a:effectLst/>
                        </a:rPr>
                        <a:t>85%</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extLst>
                  <a:ext uri="{0D108BD9-81ED-4DB2-BD59-A6C34878D82A}">
                    <a16:rowId xmlns:a16="http://schemas.microsoft.com/office/drawing/2014/main" val="1083904217"/>
                  </a:ext>
                </a:extLst>
              </a:tr>
              <a:tr h="476994">
                <a:tc>
                  <a:txBody>
                    <a:bodyPr/>
                    <a:lstStyle/>
                    <a:p>
                      <a:pPr algn="ctr">
                        <a:lnSpc>
                          <a:spcPct val="107000"/>
                        </a:lnSpc>
                        <a:spcAft>
                          <a:spcPts val="800"/>
                        </a:spcAft>
                      </a:pPr>
                      <a:r>
                        <a:rPr lang="es-ES" sz="1600" dirty="0">
                          <a:solidFill>
                            <a:schemeClr val="tx1"/>
                          </a:solidFill>
                          <a:effectLst/>
                        </a:rPr>
                        <a:t>No</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4</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tc>
                  <a:txBody>
                    <a:bodyPr/>
                    <a:lstStyle/>
                    <a:p>
                      <a:pPr algn="ctr">
                        <a:lnSpc>
                          <a:spcPct val="107000"/>
                        </a:lnSpc>
                        <a:spcAft>
                          <a:spcPts val="800"/>
                        </a:spcAft>
                      </a:pPr>
                      <a:r>
                        <a:rPr lang="es-ES" sz="1600" dirty="0">
                          <a:effectLst/>
                        </a:rPr>
                        <a:t>15%</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extLst>
                  <a:ext uri="{0D108BD9-81ED-4DB2-BD59-A6C34878D82A}">
                    <a16:rowId xmlns:a16="http://schemas.microsoft.com/office/drawing/2014/main" val="1294075160"/>
                  </a:ext>
                </a:extLst>
              </a:tr>
              <a:tr h="741021">
                <a:tc>
                  <a:txBody>
                    <a:bodyPr/>
                    <a:lstStyle/>
                    <a:p>
                      <a:pPr algn="ctr">
                        <a:lnSpc>
                          <a:spcPct val="107000"/>
                        </a:lnSpc>
                        <a:spcAft>
                          <a:spcPts val="800"/>
                        </a:spcAft>
                      </a:pPr>
                      <a:r>
                        <a:rPr lang="es-ES" sz="1600" dirty="0">
                          <a:solidFill>
                            <a:schemeClr val="tx1"/>
                          </a:solidFill>
                          <a:effectLst/>
                        </a:rPr>
                        <a:t>Total</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26</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tc>
                  <a:txBody>
                    <a:bodyPr/>
                    <a:lstStyle/>
                    <a:p>
                      <a:pPr algn="ctr">
                        <a:lnSpc>
                          <a:spcPct val="107000"/>
                        </a:lnSpc>
                        <a:spcAft>
                          <a:spcPts val="800"/>
                        </a:spcAft>
                      </a:pPr>
                      <a:r>
                        <a:rPr lang="es-ES" sz="1600" dirty="0">
                          <a:effectLst/>
                        </a:rPr>
                        <a:t>100%</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extLst>
                  <a:ext uri="{0D108BD9-81ED-4DB2-BD59-A6C34878D82A}">
                    <a16:rowId xmlns:a16="http://schemas.microsoft.com/office/drawing/2014/main" val="1402605027"/>
                  </a:ext>
                </a:extLst>
              </a:tr>
            </a:tbl>
          </a:graphicData>
        </a:graphic>
      </p:graphicFrame>
      <p:pic>
        <p:nvPicPr>
          <p:cNvPr id="5" name="Imagen 4">
            <a:extLst>
              <a:ext uri="{FF2B5EF4-FFF2-40B4-BE49-F238E27FC236}">
                <a16:creationId xmlns:a16="http://schemas.microsoft.com/office/drawing/2014/main" id="{09402B88-16B9-E6DD-9756-67F1EB46CE8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5239" y="5831496"/>
            <a:ext cx="703225" cy="712729"/>
          </a:xfrm>
          <a:prstGeom prst="rect">
            <a:avLst/>
          </a:prstGeom>
        </p:spPr>
      </p:pic>
    </p:spTree>
    <p:extLst>
      <p:ext uri="{BB962C8B-B14F-4D97-AF65-F5344CB8AC3E}">
        <p14:creationId xmlns:p14="http://schemas.microsoft.com/office/powerpoint/2010/main" val="151032257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2" name="Título 1"/>
          <p:cNvSpPr txBox="1">
            <a:spLocks/>
          </p:cNvSpPr>
          <p:nvPr/>
        </p:nvSpPr>
        <p:spPr>
          <a:xfrm>
            <a:off x="196190" y="5682452"/>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solidFill>
                  <a:schemeClr val="bg1"/>
                </a:solidFill>
                <a:latin typeface="Britannic Bold" pitchFamily="34" charset="0"/>
              </a:rPr>
              <a:t>ANÁLISIS Y PRESENTACIÓN DE RESULTADOS</a:t>
            </a:r>
            <a:endParaRPr kumimoji="0" lang="es-ES" sz="2200" b="1" u="none" strike="noStrike" kern="1200" cap="none" spc="0" normalizeH="0" baseline="0" noProof="0" dirty="0">
              <a:ln>
                <a:noFill/>
              </a:ln>
              <a:solidFill>
                <a:schemeClr val="bg1"/>
              </a:solidFill>
              <a:uLnTx/>
              <a:uFillTx/>
              <a:latin typeface="Britannic Bold" pitchFamily="34" charset="0"/>
            </a:endParaRPr>
          </a:p>
        </p:txBody>
      </p:sp>
      <p:sp>
        <p:nvSpPr>
          <p:cNvPr id="3" name="Rectángulo 7"/>
          <p:cNvSpPr/>
          <p:nvPr/>
        </p:nvSpPr>
        <p:spPr>
          <a:xfrm>
            <a:off x="538966" y="476672"/>
            <a:ext cx="7705442" cy="461665"/>
          </a:xfrm>
          <a:prstGeom prst="rect">
            <a:avLst/>
          </a:prstGeom>
          <a:solidFill>
            <a:srgbClr val="1B63C3"/>
          </a:solidFill>
          <a:ln w="38100">
            <a:solidFill>
              <a:schemeClr val="bg1"/>
            </a:solidFill>
          </a:ln>
        </p:spPr>
        <p:txBody>
          <a:bodyPr wrap="square">
            <a:spAutoFit/>
          </a:bodyPr>
          <a:lstStyle/>
          <a:p>
            <a:pPr algn="ctr">
              <a:lnSpc>
                <a:spcPct val="150000"/>
              </a:lnSpc>
              <a:spcAft>
                <a:spcPts val="800"/>
              </a:spcAft>
            </a:pPr>
            <a:r>
              <a:rPr lang="es-ES" sz="1600" b="1" dirty="0">
                <a:solidFill>
                  <a:schemeClr val="bg1"/>
                </a:solidFill>
              </a:rPr>
              <a:t>¿Le gustaría ser evaluado por medio de la aplicación una vez desarrollada?</a:t>
            </a:r>
          </a:p>
        </p:txBody>
      </p:sp>
      <p:graphicFrame>
        <p:nvGraphicFramePr>
          <p:cNvPr id="4" name="Tabla 3"/>
          <p:cNvGraphicFramePr>
            <a:graphicFrameLocks noGrp="1"/>
          </p:cNvGraphicFramePr>
          <p:nvPr>
            <p:extLst>
              <p:ext uri="{D42A27DB-BD31-4B8C-83A1-F6EECF244321}">
                <p14:modId xmlns:p14="http://schemas.microsoft.com/office/powerpoint/2010/main" val="3341828271"/>
              </p:ext>
            </p:extLst>
          </p:nvPr>
        </p:nvGraphicFramePr>
        <p:xfrm>
          <a:off x="538966" y="1556792"/>
          <a:ext cx="7961850" cy="2592288"/>
        </p:xfrm>
        <a:graphic>
          <a:graphicData uri="http://schemas.openxmlformats.org/drawingml/2006/table">
            <a:tbl>
              <a:tblPr firstRow="1" firstCol="1" bandRow="1">
                <a:tableStyleId>{00A15C55-8517-42AA-B614-E9B94910E393}</a:tableStyleId>
              </a:tblPr>
              <a:tblGrid>
                <a:gridCol w="2653950">
                  <a:extLst>
                    <a:ext uri="{9D8B030D-6E8A-4147-A177-3AD203B41FA5}">
                      <a16:colId xmlns:a16="http://schemas.microsoft.com/office/drawing/2014/main" val="2814359593"/>
                    </a:ext>
                  </a:extLst>
                </a:gridCol>
                <a:gridCol w="2653950">
                  <a:extLst>
                    <a:ext uri="{9D8B030D-6E8A-4147-A177-3AD203B41FA5}">
                      <a16:colId xmlns:a16="http://schemas.microsoft.com/office/drawing/2014/main" val="1630635602"/>
                    </a:ext>
                  </a:extLst>
                </a:gridCol>
                <a:gridCol w="2653950">
                  <a:extLst>
                    <a:ext uri="{9D8B030D-6E8A-4147-A177-3AD203B41FA5}">
                      <a16:colId xmlns:a16="http://schemas.microsoft.com/office/drawing/2014/main" val="4254991678"/>
                    </a:ext>
                  </a:extLst>
                </a:gridCol>
              </a:tblGrid>
              <a:tr h="897279">
                <a:tc>
                  <a:txBody>
                    <a:bodyPr/>
                    <a:lstStyle/>
                    <a:p>
                      <a:pPr algn="ctr">
                        <a:lnSpc>
                          <a:spcPct val="107000"/>
                        </a:lnSpc>
                        <a:spcAft>
                          <a:spcPts val="800"/>
                        </a:spcAft>
                      </a:pPr>
                      <a:r>
                        <a:rPr lang="es-ES" sz="1600" dirty="0">
                          <a:effectLst/>
                        </a:rPr>
                        <a:t>Alternativas</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tc>
                  <a:txBody>
                    <a:bodyPr/>
                    <a:lstStyle/>
                    <a:p>
                      <a:pPr algn="ctr">
                        <a:lnSpc>
                          <a:spcPct val="107000"/>
                        </a:lnSpc>
                        <a:spcAft>
                          <a:spcPts val="800"/>
                        </a:spcAft>
                      </a:pPr>
                      <a:r>
                        <a:rPr lang="es-ES" sz="1600" dirty="0">
                          <a:effectLst/>
                        </a:rPr>
                        <a:t>Frecuencia Absoluta</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tc>
                  <a:txBody>
                    <a:bodyPr/>
                    <a:lstStyle/>
                    <a:p>
                      <a:pPr algn="ctr">
                        <a:lnSpc>
                          <a:spcPct val="107000"/>
                        </a:lnSpc>
                        <a:spcAft>
                          <a:spcPts val="800"/>
                        </a:spcAft>
                      </a:pPr>
                      <a:r>
                        <a:rPr lang="es-ES" sz="1600" dirty="0">
                          <a:effectLst/>
                        </a:rPr>
                        <a:t>Frecuencia Relativa %</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B63C3"/>
                    </a:solidFill>
                  </a:tcPr>
                </a:tc>
                <a:extLst>
                  <a:ext uri="{0D108BD9-81ED-4DB2-BD59-A6C34878D82A}">
                    <a16:rowId xmlns:a16="http://schemas.microsoft.com/office/drawing/2014/main" val="843133148"/>
                  </a:ext>
                </a:extLst>
              </a:tr>
              <a:tr h="476994">
                <a:tc>
                  <a:txBody>
                    <a:bodyPr/>
                    <a:lstStyle/>
                    <a:p>
                      <a:pPr algn="ctr">
                        <a:lnSpc>
                          <a:spcPct val="107000"/>
                        </a:lnSpc>
                        <a:spcAft>
                          <a:spcPts val="800"/>
                        </a:spcAft>
                      </a:pPr>
                      <a:r>
                        <a:rPr lang="es-ES" sz="1600" dirty="0">
                          <a:solidFill>
                            <a:schemeClr val="tx1"/>
                          </a:solidFill>
                          <a:effectLst/>
                        </a:rPr>
                        <a:t>Si</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tc>
                  <a:txBody>
                    <a:bodyPr/>
                    <a:lstStyle/>
                    <a:p>
                      <a:pPr algn="ctr">
                        <a:lnSpc>
                          <a:spcPct val="107000"/>
                        </a:lnSpc>
                        <a:spcAft>
                          <a:spcPts val="800"/>
                        </a:spcAft>
                      </a:pPr>
                      <a:r>
                        <a:rPr lang="es-ES" sz="1600" dirty="0">
                          <a:effectLst/>
                        </a:rPr>
                        <a:t>21</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tc>
                  <a:txBody>
                    <a:bodyPr/>
                    <a:lstStyle/>
                    <a:p>
                      <a:pPr algn="ctr">
                        <a:lnSpc>
                          <a:spcPct val="107000"/>
                        </a:lnSpc>
                        <a:spcAft>
                          <a:spcPts val="800"/>
                        </a:spcAft>
                      </a:pPr>
                      <a:r>
                        <a:rPr lang="es-ES" sz="1600" dirty="0">
                          <a:effectLst/>
                        </a:rPr>
                        <a:t>81%</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rgbClr val="154C98"/>
                    </a:solidFill>
                  </a:tcPr>
                </a:tc>
                <a:extLst>
                  <a:ext uri="{0D108BD9-81ED-4DB2-BD59-A6C34878D82A}">
                    <a16:rowId xmlns:a16="http://schemas.microsoft.com/office/drawing/2014/main" val="1083904217"/>
                  </a:ext>
                </a:extLst>
              </a:tr>
              <a:tr h="476994">
                <a:tc>
                  <a:txBody>
                    <a:bodyPr/>
                    <a:lstStyle/>
                    <a:p>
                      <a:pPr algn="ctr">
                        <a:lnSpc>
                          <a:spcPct val="107000"/>
                        </a:lnSpc>
                        <a:spcAft>
                          <a:spcPts val="800"/>
                        </a:spcAft>
                      </a:pPr>
                      <a:r>
                        <a:rPr lang="es-ES" sz="1600" dirty="0">
                          <a:solidFill>
                            <a:schemeClr val="tx1"/>
                          </a:solidFill>
                          <a:effectLst/>
                        </a:rPr>
                        <a:t>No</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5</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tc>
                  <a:txBody>
                    <a:bodyPr/>
                    <a:lstStyle/>
                    <a:p>
                      <a:pPr algn="ctr">
                        <a:lnSpc>
                          <a:spcPct val="107000"/>
                        </a:lnSpc>
                        <a:spcAft>
                          <a:spcPts val="800"/>
                        </a:spcAft>
                      </a:pPr>
                      <a:r>
                        <a:rPr lang="es-ES" sz="1600" dirty="0">
                          <a:effectLst/>
                        </a:rPr>
                        <a:t>19%</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solidFill>
                      <a:schemeClr val="bg1"/>
                    </a:solidFill>
                  </a:tcPr>
                </a:tc>
                <a:extLst>
                  <a:ext uri="{0D108BD9-81ED-4DB2-BD59-A6C34878D82A}">
                    <a16:rowId xmlns:a16="http://schemas.microsoft.com/office/drawing/2014/main" val="1294075160"/>
                  </a:ext>
                </a:extLst>
              </a:tr>
              <a:tr h="741021">
                <a:tc>
                  <a:txBody>
                    <a:bodyPr/>
                    <a:lstStyle/>
                    <a:p>
                      <a:pPr algn="ctr">
                        <a:lnSpc>
                          <a:spcPct val="107000"/>
                        </a:lnSpc>
                        <a:spcAft>
                          <a:spcPts val="800"/>
                        </a:spcAft>
                      </a:pPr>
                      <a:r>
                        <a:rPr lang="es-ES" sz="1600" dirty="0">
                          <a:solidFill>
                            <a:schemeClr val="tx1"/>
                          </a:solidFill>
                          <a:effectLst/>
                        </a:rPr>
                        <a:t>Total</a:t>
                      </a:r>
                      <a:endParaRPr lang="en-US" sz="1400" dirty="0">
                        <a:solidFill>
                          <a:schemeClr val="tx1"/>
                        </a:solidFill>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tc>
                  <a:txBody>
                    <a:bodyPr/>
                    <a:lstStyle/>
                    <a:p>
                      <a:pPr algn="ctr">
                        <a:lnSpc>
                          <a:spcPct val="107000"/>
                        </a:lnSpc>
                        <a:spcAft>
                          <a:spcPts val="800"/>
                        </a:spcAft>
                      </a:pPr>
                      <a:r>
                        <a:rPr lang="es-ES" sz="1600" dirty="0">
                          <a:effectLst/>
                          <a:latin typeface="Calibri" panose="020F0502020204030204" pitchFamily="34" charset="0"/>
                          <a:ea typeface="Calibri" panose="020F0502020204030204" pitchFamily="34" charset="0"/>
                          <a:cs typeface="SimSun" panose="02010600030101010101" pitchFamily="2" charset="-122"/>
                        </a:rPr>
                        <a:t>26</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tc>
                  <a:txBody>
                    <a:bodyPr/>
                    <a:lstStyle/>
                    <a:p>
                      <a:pPr algn="ctr">
                        <a:lnSpc>
                          <a:spcPct val="107000"/>
                        </a:lnSpc>
                        <a:spcAft>
                          <a:spcPts val="800"/>
                        </a:spcAft>
                      </a:pPr>
                      <a:r>
                        <a:rPr lang="es-ES" sz="1600" dirty="0">
                          <a:effectLst/>
                        </a:rPr>
                        <a:t>100%</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68580" marR="68580" marT="0" marB="0" anchor="ctr">
                    <a:noFill/>
                  </a:tcPr>
                </a:tc>
                <a:extLst>
                  <a:ext uri="{0D108BD9-81ED-4DB2-BD59-A6C34878D82A}">
                    <a16:rowId xmlns:a16="http://schemas.microsoft.com/office/drawing/2014/main" val="1402605027"/>
                  </a:ext>
                </a:extLst>
              </a:tr>
            </a:tbl>
          </a:graphicData>
        </a:graphic>
      </p:graphicFrame>
      <p:pic>
        <p:nvPicPr>
          <p:cNvPr id="5" name="Imagen 4">
            <a:extLst>
              <a:ext uri="{FF2B5EF4-FFF2-40B4-BE49-F238E27FC236}">
                <a16:creationId xmlns:a16="http://schemas.microsoft.com/office/drawing/2014/main" id="{32ED36E7-B1BA-879C-2987-BFDC88FD040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5239" y="5831496"/>
            <a:ext cx="703225" cy="712729"/>
          </a:xfrm>
          <a:prstGeom prst="rect">
            <a:avLst/>
          </a:prstGeom>
        </p:spPr>
      </p:pic>
    </p:spTree>
    <p:extLst>
      <p:ext uri="{BB962C8B-B14F-4D97-AF65-F5344CB8AC3E}">
        <p14:creationId xmlns:p14="http://schemas.microsoft.com/office/powerpoint/2010/main" val="1710109324"/>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2" name="Título 1"/>
          <p:cNvSpPr txBox="1">
            <a:spLocks/>
          </p:cNvSpPr>
          <p:nvPr/>
        </p:nvSpPr>
        <p:spPr>
          <a:xfrm>
            <a:off x="179512" y="5647488"/>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solidFill>
                  <a:schemeClr val="bg1"/>
                </a:solidFill>
                <a:latin typeface="Britannic Bold" pitchFamily="34" charset="0"/>
              </a:rPr>
              <a:t>ANÁLISIS Y PRESENTACIÓN DE RESULTADOS</a:t>
            </a:r>
            <a:endParaRPr kumimoji="0" lang="es-ES" sz="2200" b="1" u="none" strike="noStrike" kern="1200" cap="none" spc="0" normalizeH="0" baseline="0" noProof="0" dirty="0">
              <a:ln>
                <a:noFill/>
              </a:ln>
              <a:solidFill>
                <a:schemeClr val="bg1"/>
              </a:solidFill>
              <a:uLnTx/>
              <a:uFillTx/>
              <a:latin typeface="Britannic Bold" pitchFamily="34" charset="0"/>
            </a:endParaRPr>
          </a:p>
        </p:txBody>
      </p:sp>
      <p:sp>
        <p:nvSpPr>
          <p:cNvPr id="7" name="Rectángulo 7"/>
          <p:cNvSpPr/>
          <p:nvPr/>
        </p:nvSpPr>
        <p:spPr>
          <a:xfrm>
            <a:off x="283730" y="313775"/>
            <a:ext cx="8510412" cy="1524392"/>
          </a:xfrm>
          <a:prstGeom prst="rect">
            <a:avLst/>
          </a:prstGeom>
          <a:solidFill>
            <a:srgbClr val="1B63C3"/>
          </a:solidFill>
          <a:ln w="38100">
            <a:solidFill>
              <a:schemeClr val="bg1"/>
            </a:solidFill>
          </a:ln>
        </p:spPr>
        <p:txBody>
          <a:bodyPr wrap="square">
            <a:spAutoFit/>
          </a:bodyPr>
          <a:lstStyle/>
          <a:p>
            <a:pPr algn="just">
              <a:lnSpc>
                <a:spcPct val="150000"/>
              </a:lnSpc>
              <a:spcAft>
                <a:spcPts val="800"/>
              </a:spcAft>
            </a:pPr>
            <a:r>
              <a:rPr lang="es-ES" sz="1600" dirty="0">
                <a:solidFill>
                  <a:schemeClr val="bg1"/>
                </a:solidFill>
                <a:latin typeface="Britannic Bold" pitchFamily="34" charset="0"/>
                <a:ea typeface="Calibri" panose="020F0502020204030204" pitchFamily="34" charset="0"/>
                <a:cs typeface="Arial" pitchFamily="34" charset="0"/>
              </a:rPr>
              <a:t>2. Seleccionar el instrumento psicométrico estandarizado a emplear para el diseño de la Aplicación Móvil basada en Realidad Virtual No Inmersiva para evaluar el Deterioro Cognitivo en el proceso de selección de ingresos del personal atendido por la Dirección de Evaluación y Apoyo Psicológico de la UNIMAR</a:t>
            </a:r>
            <a:endParaRPr lang="es-VE" sz="1600" dirty="0">
              <a:solidFill>
                <a:schemeClr val="bg1"/>
              </a:solidFill>
              <a:latin typeface="Britannic Bold" pitchFamily="34" charset="0"/>
              <a:ea typeface="Calibri" panose="020F0502020204030204" pitchFamily="34" charset="0"/>
              <a:cs typeface="Arial" pitchFamily="34" charset="0"/>
            </a:endParaRPr>
          </a:p>
        </p:txBody>
      </p:sp>
      <p:pic>
        <p:nvPicPr>
          <p:cNvPr id="9" name="Imagen 8" descr="Fonoaudiología: Salud y Educación: &lt;strong&gt;MONTREAL&lt;/strong&gt; COGNITIVE ASSESSMENT ..."/>
          <p:cNvPicPr>
            <a:picLocks noChangeAspect="1"/>
          </p:cNvPicPr>
          <p:nvPr/>
        </p:nvPicPr>
        <p:blipFill rotWithShape="1">
          <a:blip r:embed="rId2">
            <a:extLst>
              <a:ext uri="{28A0092B-C50C-407E-A947-70E740481C1C}">
                <a14:useLocalDpi xmlns:a14="http://schemas.microsoft.com/office/drawing/2010/main" val="0"/>
              </a:ext>
            </a:extLst>
          </a:blip>
          <a:srcRect l="5062" r="7804" b="2001"/>
          <a:stretch/>
        </p:blipFill>
        <p:spPr>
          <a:xfrm>
            <a:off x="803169" y="2060848"/>
            <a:ext cx="3120794" cy="3803980"/>
          </a:xfrm>
          <a:prstGeom prst="rect">
            <a:avLst/>
          </a:prstGeom>
          <a:ln>
            <a:noFill/>
          </a:ln>
          <a:effectLst>
            <a:outerShdw blurRad="292100" dist="139700" dir="2700000" algn="tl" rotWithShape="0">
              <a:srgbClr val="333333">
                <a:alpha val="65000"/>
              </a:srgbClr>
            </a:outerShdw>
          </a:effectLst>
        </p:spPr>
      </p:pic>
      <p:pic>
        <p:nvPicPr>
          <p:cNvPr id="11" name="Imagen 10"/>
          <p:cNvPicPr>
            <a:picLocks noChangeAspect="1"/>
          </p:cNvPicPr>
          <p:nvPr/>
        </p:nvPicPr>
        <p:blipFill rotWithShape="1">
          <a:blip r:embed="rId3" cstate="print">
            <a:extLst>
              <a:ext uri="{28A0092B-C50C-407E-A947-70E740481C1C}">
                <a14:useLocalDpi xmlns:a14="http://schemas.microsoft.com/office/drawing/2010/main" val="0"/>
              </a:ext>
            </a:extLst>
          </a:blip>
          <a:srcRect r="63546"/>
          <a:stretch/>
        </p:blipFill>
        <p:spPr>
          <a:xfrm>
            <a:off x="5385670" y="2902735"/>
            <a:ext cx="1609937" cy="1545718"/>
          </a:xfrm>
          <a:prstGeom prst="rect">
            <a:avLst/>
          </a:prstGeom>
        </p:spPr>
      </p:pic>
      <p:sp>
        <p:nvSpPr>
          <p:cNvPr id="12" name="CuadroTexto 11"/>
          <p:cNvSpPr txBox="1"/>
          <p:nvPr/>
        </p:nvSpPr>
        <p:spPr>
          <a:xfrm>
            <a:off x="4547620" y="5001157"/>
            <a:ext cx="3286038" cy="646331"/>
          </a:xfrm>
          <a:prstGeom prst="rect">
            <a:avLst/>
          </a:prstGeom>
          <a:noFill/>
        </p:spPr>
        <p:txBody>
          <a:bodyPr wrap="square" rtlCol="0">
            <a:spAutoFit/>
          </a:bodyPr>
          <a:lstStyle/>
          <a:p>
            <a:pPr algn="ctr"/>
            <a:r>
              <a:rPr lang="es-ES" dirty="0"/>
              <a:t>Evaluación Cognitiva Montreal: MoCA. </a:t>
            </a:r>
            <a:endParaRPr lang="en-US" dirty="0"/>
          </a:p>
        </p:txBody>
      </p:sp>
      <p:pic>
        <p:nvPicPr>
          <p:cNvPr id="3" name="Imagen 2">
            <a:extLst>
              <a:ext uri="{FF2B5EF4-FFF2-40B4-BE49-F238E27FC236}">
                <a16:creationId xmlns:a16="http://schemas.microsoft.com/office/drawing/2014/main" id="{7EAC26D0-734F-E29E-823B-D362FA7D6C5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045239" y="5831496"/>
            <a:ext cx="703225" cy="712729"/>
          </a:xfrm>
          <a:prstGeom prst="rect">
            <a:avLst/>
          </a:prstGeom>
        </p:spPr>
      </p:pic>
    </p:spTree>
    <p:extLst>
      <p:ext uri="{BB962C8B-B14F-4D97-AF65-F5344CB8AC3E}">
        <p14:creationId xmlns:p14="http://schemas.microsoft.com/office/powerpoint/2010/main" val="1325260648"/>
      </p:ext>
    </p:extLst>
  </p:cSld>
  <p:clrMapOvr>
    <a:masterClrMapping/>
  </p:clrMapOvr>
  <p:transition spd="slow">
    <p:push dir="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3743338"/>
            <a:ext cx="2639836" cy="1852093"/>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chemeClr val="accent1"/>
                </a:solidFill>
              </a14:hiddenFill>
            </a:ext>
          </a:extLst>
        </p:spPr>
      </p:pic>
      <p:sp>
        <p:nvSpPr>
          <p:cNvPr id="2" name="Título 1"/>
          <p:cNvSpPr txBox="1">
            <a:spLocks/>
          </p:cNvSpPr>
          <p:nvPr/>
        </p:nvSpPr>
        <p:spPr>
          <a:xfrm>
            <a:off x="179512" y="5647488"/>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solidFill>
                  <a:schemeClr val="bg1"/>
                </a:solidFill>
                <a:latin typeface="Britannic Bold" pitchFamily="34" charset="0"/>
              </a:rPr>
              <a:t>ANÁLISIS Y PRESENTACIÓN DE RESULTADOS</a:t>
            </a:r>
            <a:endParaRPr kumimoji="0" lang="es-ES" sz="2200" b="1" u="none" strike="noStrike" kern="1200" cap="none" spc="0" normalizeH="0" baseline="0" noProof="0" dirty="0">
              <a:ln>
                <a:noFill/>
              </a:ln>
              <a:solidFill>
                <a:schemeClr val="bg1"/>
              </a:solidFill>
              <a:uLnTx/>
              <a:uFillTx/>
              <a:latin typeface="Britannic Bold" pitchFamily="34" charset="0"/>
            </a:endParaRPr>
          </a:p>
        </p:txBody>
      </p:sp>
      <p:sp>
        <p:nvSpPr>
          <p:cNvPr id="3" name="Rectángulo 7"/>
          <p:cNvSpPr/>
          <p:nvPr/>
        </p:nvSpPr>
        <p:spPr>
          <a:xfrm>
            <a:off x="325670" y="211064"/>
            <a:ext cx="8462456" cy="1754326"/>
          </a:xfrm>
          <a:prstGeom prst="rect">
            <a:avLst/>
          </a:prstGeom>
          <a:solidFill>
            <a:srgbClr val="1B63C3"/>
          </a:solidFill>
          <a:ln w="38100">
            <a:solidFill>
              <a:schemeClr val="tx1"/>
            </a:solidFill>
          </a:ln>
        </p:spPr>
        <p:txBody>
          <a:bodyPr wrap="square">
            <a:spAutoFit/>
          </a:bodyPr>
          <a:lstStyle/>
          <a:p>
            <a:pPr algn="just">
              <a:lnSpc>
                <a:spcPct val="150000"/>
              </a:lnSpc>
              <a:spcAft>
                <a:spcPts val="800"/>
              </a:spcAft>
            </a:pPr>
            <a:r>
              <a:rPr lang="es-ES" b="1" dirty="0">
                <a:solidFill>
                  <a:schemeClr val="bg1"/>
                </a:solidFill>
              </a:rPr>
              <a:t>3. Determinar los requerimientos técnicos y de funcionalidad que amerita la Aplicación Móvil basada en Realidad Virtual No Inmersiva para la evaluación del Deterioro Cognitivo en el proceso de selección del personal en la Dirección de Evaluación y Apoyo Psicológico de UNIMAR</a:t>
            </a:r>
            <a:endParaRPr lang="es-VE" sz="1600" dirty="0">
              <a:solidFill>
                <a:schemeClr val="bg1"/>
              </a:solidFill>
              <a:latin typeface="Britannic Bold" pitchFamily="34" charset="0"/>
              <a:ea typeface="Calibri" panose="020F0502020204030204" pitchFamily="34" charset="0"/>
              <a:cs typeface="Arial" pitchFamily="34" charset="0"/>
            </a:endParaRP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83" y="2194769"/>
            <a:ext cx="2417504" cy="161166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3798" y="2343418"/>
            <a:ext cx="1500580" cy="150058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a:extLst>
            <a:ext uri="{909E8E84-426E-40DD-AFC4-6F175D3DCCD1}">
              <a14:hiddenFill xmlns:a14="http://schemas.microsoft.com/office/drawing/2010/main">
                <a:solidFill>
                  <a:schemeClr val="accent1"/>
                </a:solidFill>
              </a14:hiddenFill>
            </a:ext>
          </a:extLst>
        </p:spPr>
      </p:pic>
      <p:pic>
        <p:nvPicPr>
          <p:cNvPr id="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088" y="4445161"/>
            <a:ext cx="2875735" cy="1247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Imagen 3">
            <a:extLst>
              <a:ext uri="{FF2B5EF4-FFF2-40B4-BE49-F238E27FC236}">
                <a16:creationId xmlns:a16="http://schemas.microsoft.com/office/drawing/2014/main" id="{C3C79870-63C9-744C-57D0-5C0D8508C3E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045239" y="5831496"/>
            <a:ext cx="703225" cy="712729"/>
          </a:xfrm>
          <a:prstGeom prst="rect">
            <a:avLst/>
          </a:prstGeom>
        </p:spPr>
      </p:pic>
    </p:spTree>
    <p:extLst>
      <p:ext uri="{BB962C8B-B14F-4D97-AF65-F5344CB8AC3E}">
        <p14:creationId xmlns:p14="http://schemas.microsoft.com/office/powerpoint/2010/main" val="3059095904"/>
      </p:ext>
    </p:extLst>
  </p:cSld>
  <p:clrMapOvr>
    <a:masterClrMapping/>
  </p:clrMapOvr>
  <p:transition spd="slow">
    <p:push dir="d"/>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txBox="1">
            <a:spLocks/>
          </p:cNvSpPr>
          <p:nvPr/>
        </p:nvSpPr>
        <p:spPr>
          <a:xfrm>
            <a:off x="179512" y="5647488"/>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dirty="0">
                <a:latin typeface="Britannic Bold" pitchFamily="34" charset="0"/>
              </a:rPr>
              <a:t>IMPORTANCIA DE LA PROPUESTA</a:t>
            </a:r>
            <a:endParaRPr kumimoji="0" lang="es-ES" sz="2200" b="1" u="none" strike="noStrike" kern="1200" cap="none" spc="0" normalizeH="0" baseline="0" noProof="0" dirty="0">
              <a:ln>
                <a:noFill/>
              </a:ln>
              <a:uLnTx/>
              <a:uFillTx/>
              <a:latin typeface="Britannic Bold" pitchFamily="34" charset="0"/>
            </a:endParaRPr>
          </a:p>
        </p:txBody>
      </p:sp>
      <p:pic>
        <p:nvPicPr>
          <p:cNvPr id="3" name="2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9" y="487204"/>
            <a:ext cx="4104456" cy="4545382"/>
          </a:xfrm>
          <a:prstGeom prst="rect">
            <a:avLst/>
          </a:prstGeom>
          <a:ln>
            <a:noFill/>
          </a:ln>
          <a:effectLst>
            <a:outerShdw blurRad="190500" algn="tl" rotWithShape="0">
              <a:srgbClr val="000000">
                <a:alpha val="70000"/>
              </a:srgbClr>
            </a:outerShdw>
          </a:effectLst>
        </p:spPr>
      </p:pic>
      <p:pic>
        <p:nvPicPr>
          <p:cNvPr id="4" name="3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3889" y="260648"/>
            <a:ext cx="3527530" cy="2349209"/>
          </a:xfrm>
          <a:prstGeom prst="rect">
            <a:avLst/>
          </a:prstGeom>
          <a:ln>
            <a:noFill/>
          </a:ln>
          <a:effectLst>
            <a:outerShdw blurRad="190500" algn="tl" rotWithShape="0">
              <a:srgbClr val="000000">
                <a:alpha val="70000"/>
              </a:srgbClr>
            </a:outerShdw>
          </a:effectLst>
        </p:spPr>
      </p:pic>
      <p:pic>
        <p:nvPicPr>
          <p:cNvPr id="5" name="4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42144" y="2822940"/>
            <a:ext cx="2556119" cy="2591135"/>
          </a:xfrm>
          <a:prstGeom prst="rect">
            <a:avLst/>
          </a:prstGeom>
          <a:ln>
            <a:noFill/>
          </a:ln>
          <a:effectLst>
            <a:outerShdw blurRad="190500" algn="tl" rotWithShape="0">
              <a:srgbClr val="000000">
                <a:alpha val="70000"/>
              </a:srgbClr>
            </a:outerShdw>
          </a:effectLst>
        </p:spPr>
      </p:pic>
      <p:pic>
        <p:nvPicPr>
          <p:cNvPr id="6" name="Imagen 5">
            <a:extLst>
              <a:ext uri="{FF2B5EF4-FFF2-40B4-BE49-F238E27FC236}">
                <a16:creationId xmlns:a16="http://schemas.microsoft.com/office/drawing/2014/main" id="{70C0B3C0-CB71-33D7-C763-EB4F57B197E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107123" y="5877201"/>
            <a:ext cx="703295" cy="712800"/>
          </a:xfrm>
          <a:prstGeom prst="rect">
            <a:avLst/>
          </a:prstGeom>
        </p:spPr>
      </p:pic>
    </p:spTree>
    <p:extLst>
      <p:ext uri="{BB962C8B-B14F-4D97-AF65-F5344CB8AC3E}">
        <p14:creationId xmlns:p14="http://schemas.microsoft.com/office/powerpoint/2010/main" val="24009651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2" name="Título 1"/>
          <p:cNvSpPr txBox="1">
            <a:spLocks/>
          </p:cNvSpPr>
          <p:nvPr/>
        </p:nvSpPr>
        <p:spPr>
          <a:xfrm>
            <a:off x="179512" y="5647488"/>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s-ES" sz="2400" b="1" u="none" strike="noStrike" kern="1200" cap="none" spc="0" normalizeH="0" baseline="0" noProof="0" dirty="0">
                <a:ln>
                  <a:noFill/>
                </a:ln>
                <a:solidFill>
                  <a:schemeClr val="bg1"/>
                </a:solidFill>
                <a:uLnTx/>
                <a:uFillTx/>
                <a:latin typeface="Britannic Bold" pitchFamily="34" charset="0"/>
              </a:rPr>
              <a:t>OBJETIVOS DE LA </a:t>
            </a:r>
            <a:r>
              <a:rPr lang="es-ES" sz="2400" b="1" dirty="0">
                <a:solidFill>
                  <a:schemeClr val="bg1"/>
                </a:solidFill>
                <a:latin typeface="Britannic Bold" pitchFamily="34" charset="0"/>
              </a:rPr>
              <a:t>PROPUESTA</a:t>
            </a:r>
            <a:endParaRPr kumimoji="0" lang="es-ES" sz="2400" b="1" u="none" strike="noStrike" kern="1200" cap="none" spc="0" normalizeH="0" baseline="0" noProof="0" dirty="0">
              <a:ln>
                <a:noFill/>
              </a:ln>
              <a:solidFill>
                <a:schemeClr val="bg1"/>
              </a:solidFill>
              <a:uLnTx/>
              <a:uFillTx/>
              <a:latin typeface="Britannic Bold" pitchFamily="34" charset="0"/>
            </a:endParaRPr>
          </a:p>
        </p:txBody>
      </p:sp>
      <p:graphicFrame>
        <p:nvGraphicFramePr>
          <p:cNvPr id="8" name="7 Diagrama"/>
          <p:cNvGraphicFramePr/>
          <p:nvPr>
            <p:extLst>
              <p:ext uri="{D42A27DB-BD31-4B8C-83A1-F6EECF244321}">
                <p14:modId xmlns:p14="http://schemas.microsoft.com/office/powerpoint/2010/main" val="3679687013"/>
              </p:ext>
            </p:extLst>
          </p:nvPr>
        </p:nvGraphicFramePr>
        <p:xfrm>
          <a:off x="179512" y="332656"/>
          <a:ext cx="8640960" cy="58609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n 3">
            <a:extLst>
              <a:ext uri="{FF2B5EF4-FFF2-40B4-BE49-F238E27FC236}">
                <a16:creationId xmlns:a16="http://schemas.microsoft.com/office/drawing/2014/main" id="{47509E60-915E-795C-282F-E3165299788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117247" y="313775"/>
            <a:ext cx="703225" cy="712729"/>
          </a:xfrm>
          <a:prstGeom prst="rect">
            <a:avLst/>
          </a:prstGeom>
        </p:spPr>
      </p:pic>
      <p:pic>
        <p:nvPicPr>
          <p:cNvPr id="7" name="Imagen 6">
            <a:extLst>
              <a:ext uri="{FF2B5EF4-FFF2-40B4-BE49-F238E27FC236}">
                <a16:creationId xmlns:a16="http://schemas.microsoft.com/office/drawing/2014/main" id="{8F07D93D-F431-6BDB-5A27-0A080C0A6D6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58428" y="1052736"/>
            <a:ext cx="2297348" cy="1723011"/>
          </a:xfrm>
          <a:prstGeom prst="rect">
            <a:avLst/>
          </a:prstGeom>
        </p:spPr>
      </p:pic>
    </p:spTree>
    <p:extLst>
      <p:ext uri="{BB962C8B-B14F-4D97-AF65-F5344CB8AC3E}">
        <p14:creationId xmlns:p14="http://schemas.microsoft.com/office/powerpoint/2010/main" val="4009057839"/>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txBox="1">
            <a:spLocks/>
          </p:cNvSpPr>
          <p:nvPr/>
        </p:nvSpPr>
        <p:spPr>
          <a:xfrm>
            <a:off x="178343" y="5848670"/>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latin typeface="Britannic Bold" pitchFamily="34" charset="0"/>
              </a:rPr>
              <a:t>REPRESENTACIÓN GRÁFIC</a:t>
            </a:r>
            <a:r>
              <a:rPr lang="es-ES" sz="2000" b="1" dirty="0">
                <a:latin typeface="Britannic Bold" pitchFamily="34" charset="0"/>
              </a:rPr>
              <a:t>A Y ESTRUCTURA</a:t>
            </a:r>
            <a:endParaRPr kumimoji="0" lang="es-ES" sz="2200" b="1" u="none" strike="noStrike" kern="1200" cap="none" spc="0" normalizeH="0" baseline="0" noProof="0" dirty="0">
              <a:ln>
                <a:noFill/>
              </a:ln>
              <a:uLnTx/>
              <a:uFillTx/>
              <a:latin typeface="Britannic Bold" pitchFamily="34" charset="0"/>
            </a:endParaRPr>
          </a:p>
        </p:txBody>
      </p:sp>
      <p:sp>
        <p:nvSpPr>
          <p:cNvPr id="4" name="Rectangle 2"/>
          <p:cNvSpPr>
            <a:spLocks noChangeArrowheads="1"/>
          </p:cNvSpPr>
          <p:nvPr/>
        </p:nvSpPr>
        <p:spPr bwMode="auto">
          <a:xfrm>
            <a:off x="179512" y="235986"/>
            <a:ext cx="6526971" cy="830997"/>
          </a:xfrm>
          <a:prstGeom prst="rect">
            <a:avLst/>
          </a:prstGeom>
          <a:noFill/>
          <a:ln w="38100">
            <a:noFill/>
            <a:miter lim="800000"/>
            <a:headEnd/>
            <a:tailEnd/>
          </a:ln>
          <a:effectLst/>
        </p:spPr>
        <p:txBody>
          <a:bodyPr vert="horz" wrap="square" lIns="91440" tIns="45720" rIns="91440" bIns="45720" numCol="1" anchor="ctr" anchorCtr="0" compatLnSpc="1">
            <a:prstTxWarp prst="textNoShape">
              <a:avLst/>
            </a:prstTxWarp>
            <a:spAutoFit/>
          </a:bodyPr>
          <a:lstStyle/>
          <a:p>
            <a:pPr algn="ctr" eaLnBrk="0" fontAlgn="base" hangingPunct="0">
              <a:lnSpc>
                <a:spcPct val="200000"/>
              </a:lnSpc>
              <a:spcBef>
                <a:spcPct val="0"/>
              </a:spcBef>
              <a:spcAft>
                <a:spcPct val="0"/>
              </a:spcAft>
            </a:pPr>
            <a:r>
              <a:rPr lang="es-VE" altLang="es-VE" sz="1600" dirty="0">
                <a:latin typeface="Britannic Bold" pitchFamily="34" charset="0"/>
                <a:cs typeface="Arial" pitchFamily="34" charset="0"/>
              </a:rPr>
              <a:t>REPRESENTACIÓN GRÁFICA Y ESTRUCTURA DE LA PROPUESTA</a:t>
            </a:r>
          </a:p>
          <a:p>
            <a:pPr algn="ctr" eaLnBrk="0" fontAlgn="base" hangingPunct="0">
              <a:spcBef>
                <a:spcPct val="0"/>
              </a:spcBef>
              <a:spcAft>
                <a:spcPct val="0"/>
              </a:spcAft>
            </a:pPr>
            <a:endParaRPr lang="es-VE" altLang="es-VE" sz="1600" dirty="0">
              <a:latin typeface="Arial" panose="020B0604020202020204" pitchFamily="34" charset="0"/>
              <a:cs typeface="Arial" pitchFamily="34" charset="0"/>
            </a:endParaRPr>
          </a:p>
        </p:txBody>
      </p:sp>
      <p:sp>
        <p:nvSpPr>
          <p:cNvPr id="7" name="Rectangle 2"/>
          <p:cNvSpPr>
            <a:spLocks noChangeArrowheads="1"/>
          </p:cNvSpPr>
          <p:nvPr/>
        </p:nvSpPr>
        <p:spPr bwMode="auto">
          <a:xfrm>
            <a:off x="1696034" y="5511974"/>
            <a:ext cx="4998499" cy="509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lnSpc>
                <a:spcPct val="200000"/>
              </a:lnSpc>
              <a:spcBef>
                <a:spcPct val="0"/>
              </a:spcBef>
              <a:spcAft>
                <a:spcPct val="0"/>
              </a:spcAft>
            </a:pPr>
            <a:r>
              <a:rPr lang="es-VE" altLang="es-VE" sz="1600" b="1" dirty="0">
                <a:solidFill>
                  <a:prstClr val="black"/>
                </a:solidFill>
                <a:latin typeface="Times New Roman" pitchFamily="18" charset="0"/>
                <a:cs typeface="Times New Roman" pitchFamily="18" charset="0"/>
              </a:rPr>
              <a:t>Fuente: </a:t>
            </a:r>
            <a:r>
              <a:rPr lang="es-VE" altLang="es-VE" sz="1600" dirty="0">
                <a:solidFill>
                  <a:prstClr val="black"/>
                </a:solidFill>
                <a:latin typeface="Times New Roman" pitchFamily="18" charset="0"/>
                <a:cs typeface="Times New Roman" pitchFamily="18" charset="0"/>
              </a:rPr>
              <a:t>Elaboración del autor</a:t>
            </a:r>
          </a:p>
        </p:txBody>
      </p:sp>
      <p:sp>
        <p:nvSpPr>
          <p:cNvPr id="3" name="2 CuadroTexto"/>
          <p:cNvSpPr txBox="1"/>
          <p:nvPr/>
        </p:nvSpPr>
        <p:spPr>
          <a:xfrm>
            <a:off x="791580" y="1152430"/>
            <a:ext cx="7560840" cy="584775"/>
          </a:xfrm>
          <a:prstGeom prst="rect">
            <a:avLst/>
          </a:prstGeom>
          <a:noFill/>
        </p:spPr>
        <p:txBody>
          <a:bodyPr wrap="square" rtlCol="0">
            <a:spAutoFit/>
          </a:bodyPr>
          <a:lstStyle/>
          <a:p>
            <a:pPr algn="ctr"/>
            <a:r>
              <a:rPr lang="es-ES" sz="1600" dirty="0">
                <a:latin typeface="Times New Roman" pitchFamily="18" charset="0"/>
                <a:cs typeface="Times New Roman" pitchFamily="18" charset="0"/>
              </a:rPr>
              <a:t>Figura 2: Diagrama de caso de uso. Proceso del usuario final con la simulación</a:t>
            </a:r>
          </a:p>
          <a:p>
            <a:pPr algn="ctr"/>
            <a:endParaRPr lang="es-ES" sz="1600" dirty="0">
              <a:latin typeface="Times New Roman" pitchFamily="18" charset="0"/>
              <a:cs typeface="Times New Roman" pitchFamily="18" charset="0"/>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383" b="951"/>
          <a:stretch/>
        </p:blipFill>
        <p:spPr bwMode="auto">
          <a:xfrm>
            <a:off x="1907704" y="1822653"/>
            <a:ext cx="4575161" cy="3699952"/>
          </a:xfrm>
          <a:prstGeom prst="round2DiagRect">
            <a:avLst>
              <a:gd name="adj1" fmla="val 16667"/>
              <a:gd name="adj2" fmla="val 0"/>
            </a:avLst>
          </a:prstGeom>
          <a:ln w="88900" cap="sq">
            <a:solidFill>
              <a:srgbClr val="1B63C3"/>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5" name="Imagen 4">
            <a:extLst>
              <a:ext uri="{FF2B5EF4-FFF2-40B4-BE49-F238E27FC236}">
                <a16:creationId xmlns:a16="http://schemas.microsoft.com/office/drawing/2014/main" id="{7DFD7C90-A06B-1E2C-1954-51554746B5B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07123" y="5877201"/>
            <a:ext cx="703295" cy="712800"/>
          </a:xfrm>
          <a:prstGeom prst="rect">
            <a:avLst/>
          </a:prstGeom>
        </p:spPr>
      </p:pic>
    </p:spTree>
    <p:extLst>
      <p:ext uri="{BB962C8B-B14F-4D97-AF65-F5344CB8AC3E}">
        <p14:creationId xmlns:p14="http://schemas.microsoft.com/office/powerpoint/2010/main" val="1231205489"/>
      </p:ext>
    </p:extLst>
  </p:cSld>
  <p:clrMapOvr>
    <a:masterClrMapping/>
  </p:clrMapOvr>
  <p:transition spd="slow">
    <p:push dir="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2" name="1 CuadroTexto"/>
          <p:cNvSpPr txBox="1"/>
          <p:nvPr/>
        </p:nvSpPr>
        <p:spPr>
          <a:xfrm>
            <a:off x="454273" y="1371117"/>
            <a:ext cx="8235453" cy="3782061"/>
          </a:xfrm>
          <a:prstGeom prst="rect">
            <a:avLst/>
          </a:prstGeom>
          <a:solidFill>
            <a:srgbClr val="1B63C3"/>
          </a:solidFill>
        </p:spPr>
        <p:txBody>
          <a:bodyPr wrap="square" rtlCol="0">
            <a:spAutoFit/>
          </a:bodyPr>
          <a:lstStyle/>
          <a:p>
            <a:pPr algn="just">
              <a:lnSpc>
                <a:spcPct val="150000"/>
              </a:lnSpc>
              <a:spcAft>
                <a:spcPts val="800"/>
              </a:spcAft>
            </a:pPr>
            <a:r>
              <a:rPr lang="es-VE" dirty="0">
                <a:solidFill>
                  <a:schemeClr val="bg1"/>
                </a:solidFill>
                <a:latin typeface="Times New Roman" panose="02020603050405020304" pitchFamily="18" charset="0"/>
                <a:cs typeface="Times New Roman" panose="02020603050405020304" pitchFamily="18" charset="0"/>
              </a:rPr>
              <a:t>La presente investigación se enfocó en el desarrollo de una aplicación móvil de RV No Inmersiva </a:t>
            </a:r>
            <a:r>
              <a:rPr lang="es-ES" dirty="0">
                <a:solidFill>
                  <a:schemeClr val="bg1"/>
                </a:solidFill>
                <a:effectLst/>
                <a:latin typeface="Times New Roman" panose="02020603050405020304" pitchFamily="18" charset="0"/>
                <a:ea typeface="Calibri" panose="020F0502020204030204" pitchFamily="34" charset="0"/>
                <a:cs typeface="SimSun" panose="02010600030101010101" pitchFamily="2" charset="-122"/>
              </a:rPr>
              <a:t>para la evaluación de Deterioro </a:t>
            </a:r>
            <a:r>
              <a:rPr lang="es-ES" dirty="0">
                <a:solidFill>
                  <a:schemeClr val="bg1"/>
                </a:solidFill>
                <a:latin typeface="Times New Roman" panose="02020603050405020304" pitchFamily="18" charset="0"/>
                <a:ea typeface="Calibri" panose="020F0502020204030204" pitchFamily="34" charset="0"/>
                <a:cs typeface="SimSun" panose="02010600030101010101" pitchFamily="2" charset="-122"/>
              </a:rPr>
              <a:t>C</a:t>
            </a:r>
            <a:r>
              <a:rPr lang="es-ES" dirty="0">
                <a:solidFill>
                  <a:schemeClr val="bg1"/>
                </a:solidFill>
                <a:effectLst/>
                <a:latin typeface="Times New Roman" panose="02020603050405020304" pitchFamily="18" charset="0"/>
                <a:ea typeface="Calibri" panose="020F0502020204030204" pitchFamily="34" charset="0"/>
                <a:cs typeface="SimSun" panose="02010600030101010101" pitchFamily="2" charset="-122"/>
              </a:rPr>
              <a:t>ognitivo en el proceso de selección de personal en la Dirección de Evaluación y </a:t>
            </a:r>
            <a:r>
              <a:rPr lang="es-ES" dirty="0">
                <a:solidFill>
                  <a:schemeClr val="bg1"/>
                </a:solidFill>
                <a:latin typeface="Times New Roman" panose="02020603050405020304" pitchFamily="18" charset="0"/>
                <a:ea typeface="Calibri" panose="020F0502020204030204" pitchFamily="34" charset="0"/>
                <a:cs typeface="SimSun" panose="02010600030101010101" pitchFamily="2" charset="-122"/>
              </a:rPr>
              <a:t>A</a:t>
            </a:r>
            <a:r>
              <a:rPr lang="es-ES" dirty="0">
                <a:solidFill>
                  <a:schemeClr val="bg1"/>
                </a:solidFill>
                <a:effectLst/>
                <a:latin typeface="Times New Roman" panose="02020603050405020304" pitchFamily="18" charset="0"/>
                <a:ea typeface="Calibri" panose="020F0502020204030204" pitchFamily="34" charset="0"/>
              </a:rPr>
              <a:t>poyo </a:t>
            </a:r>
            <a:r>
              <a:rPr lang="es-ES" dirty="0">
                <a:solidFill>
                  <a:schemeClr val="bg1"/>
                </a:solidFill>
                <a:latin typeface="Times New Roman" panose="02020603050405020304" pitchFamily="18" charset="0"/>
                <a:ea typeface="Calibri" panose="020F0502020204030204" pitchFamily="34" charset="0"/>
              </a:rPr>
              <a:t>P</a:t>
            </a:r>
            <a:r>
              <a:rPr lang="es-ES" dirty="0">
                <a:solidFill>
                  <a:schemeClr val="bg1"/>
                </a:solidFill>
                <a:effectLst/>
                <a:latin typeface="Times New Roman" panose="02020603050405020304" pitchFamily="18" charset="0"/>
                <a:ea typeface="Calibri" panose="020F0502020204030204" pitchFamily="34" charset="0"/>
              </a:rPr>
              <a:t>sicológico de la UNIMAR</a:t>
            </a:r>
            <a:r>
              <a:rPr lang="es-VE"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con el fin de proporcionar una herramienta para</a:t>
            </a:r>
            <a:r>
              <a:rPr lang="es-VE" dirty="0">
                <a:solidFill>
                  <a:schemeClr val="bg1"/>
                </a:solidFill>
                <a:latin typeface="Times New Roman" panose="02020603050405020304" pitchFamily="18" charset="0"/>
                <a:cs typeface="Times New Roman" panose="02020603050405020304" pitchFamily="18" charset="0"/>
              </a:rPr>
              <a:t> mejorar la atención que se brinda en el área de Salud Mental, dada la importancia de evaluar para una detección temprana y prevenir el impacto negativo significativo que alcanza en el desempeño laboral. Atendiendo a un instrumento psicométrico estandarizado, el test de MoCA, surgió la iniciativa de desarrollar una aplicación móvil de RV No Inmersiva, como herramienta que optimiza este proceso, mejorando la UX.</a:t>
            </a:r>
          </a:p>
        </p:txBody>
      </p:sp>
      <p:sp>
        <p:nvSpPr>
          <p:cNvPr id="4" name="3 CuadroTexto"/>
          <p:cNvSpPr txBox="1"/>
          <p:nvPr/>
        </p:nvSpPr>
        <p:spPr>
          <a:xfrm>
            <a:off x="823791" y="336660"/>
            <a:ext cx="7496417" cy="456535"/>
          </a:xfrm>
          <a:prstGeom prst="rect">
            <a:avLst/>
          </a:prstGeom>
          <a:noFill/>
        </p:spPr>
        <p:txBody>
          <a:bodyPr wrap="square" rtlCol="0">
            <a:spAutoFit/>
          </a:bodyPr>
          <a:lstStyle/>
          <a:p>
            <a:pPr algn="ctr">
              <a:lnSpc>
                <a:spcPct val="150000"/>
              </a:lnSpc>
            </a:pPr>
            <a:r>
              <a:rPr lang="es-VE"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CONCLUSIONES</a:t>
            </a:r>
          </a:p>
        </p:txBody>
      </p:sp>
      <p:sp>
        <p:nvSpPr>
          <p:cNvPr id="6" name="Título 1"/>
          <p:cNvSpPr txBox="1">
            <a:spLocks/>
          </p:cNvSpPr>
          <p:nvPr/>
        </p:nvSpPr>
        <p:spPr>
          <a:xfrm>
            <a:off x="179512" y="5647488"/>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solidFill>
                  <a:schemeClr val="bg1"/>
                </a:solidFill>
                <a:latin typeface="Britannic Bold" pitchFamily="34" charset="0"/>
              </a:rPr>
              <a:t>CONCLUSIONES Y RECOMENDACIONES</a:t>
            </a:r>
            <a:endParaRPr kumimoji="0" lang="es-ES" sz="2200" b="1" u="none" strike="noStrike" kern="1200" cap="none" spc="0" normalizeH="0" baseline="0" noProof="0" dirty="0">
              <a:ln>
                <a:noFill/>
              </a:ln>
              <a:solidFill>
                <a:schemeClr val="bg1"/>
              </a:solidFill>
              <a:uLnTx/>
              <a:uFillTx/>
              <a:latin typeface="Britannic Bold" pitchFamily="34" charset="0"/>
            </a:endParaRPr>
          </a:p>
        </p:txBody>
      </p:sp>
      <p:pic>
        <p:nvPicPr>
          <p:cNvPr id="7" name="Imagen 6">
            <a:extLst>
              <a:ext uri="{FF2B5EF4-FFF2-40B4-BE49-F238E27FC236}">
                <a16:creationId xmlns:a16="http://schemas.microsoft.com/office/drawing/2014/main" id="{1CEB93BC-44C4-EE9E-CEAB-3101FA3DDE9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5239" y="5831496"/>
            <a:ext cx="703225" cy="712729"/>
          </a:xfrm>
          <a:prstGeom prst="rect">
            <a:avLst/>
          </a:prstGeom>
        </p:spPr>
      </p:pic>
      <p:pic>
        <p:nvPicPr>
          <p:cNvPr id="9" name="Imagen 8">
            <a:extLst>
              <a:ext uri="{FF2B5EF4-FFF2-40B4-BE49-F238E27FC236}">
                <a16:creationId xmlns:a16="http://schemas.microsoft.com/office/drawing/2014/main" id="{FEF9B058-A6D9-D82F-39E8-73D0654AC8E9}"/>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0" b="100000" l="932" r="99379"/>
                    </a14:imgEffect>
                  </a14:imgLayer>
                </a14:imgProps>
              </a:ext>
              <a:ext uri="{28A0092B-C50C-407E-A947-70E740481C1C}">
                <a14:useLocalDpi xmlns:a14="http://schemas.microsoft.com/office/drawing/2010/main" val="0"/>
              </a:ext>
            </a:extLst>
          </a:blip>
          <a:stretch>
            <a:fillRect/>
          </a:stretch>
        </p:blipFill>
        <p:spPr>
          <a:xfrm rot="436522">
            <a:off x="6738492" y="60605"/>
            <a:ext cx="1229335" cy="1527124"/>
          </a:xfrm>
          <a:prstGeom prst="rect">
            <a:avLst/>
          </a:prstGeom>
        </p:spPr>
      </p:pic>
    </p:spTree>
    <p:extLst>
      <p:ext uri="{BB962C8B-B14F-4D97-AF65-F5344CB8AC3E}">
        <p14:creationId xmlns:p14="http://schemas.microsoft.com/office/powerpoint/2010/main" val="3330486357"/>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3" name="2 CuadroTexto"/>
          <p:cNvSpPr txBox="1"/>
          <p:nvPr/>
        </p:nvSpPr>
        <p:spPr>
          <a:xfrm>
            <a:off x="453052" y="1382479"/>
            <a:ext cx="8317064" cy="2118529"/>
          </a:xfrm>
          <a:prstGeom prst="rect">
            <a:avLst/>
          </a:prstGeom>
          <a:solidFill>
            <a:srgbClr val="1B63C3"/>
          </a:solidFill>
        </p:spPr>
        <p:txBody>
          <a:bodyPr wrap="square" rtlCol="0">
            <a:spAutoFit/>
          </a:bodyPr>
          <a:lstStyle/>
          <a:p>
            <a:pPr algn="just">
              <a:lnSpc>
                <a:spcPct val="150000"/>
              </a:lnSpc>
            </a:pPr>
            <a:r>
              <a:rPr lang="es-VE" dirty="0">
                <a:solidFill>
                  <a:schemeClr val="bg1"/>
                </a:solidFill>
                <a:latin typeface="Times New Roman" panose="02020603050405020304" pitchFamily="18" charset="0"/>
                <a:cs typeface="Times New Roman" panose="02020603050405020304" pitchFamily="18" charset="0"/>
              </a:rPr>
              <a:t>En la presente investigación se desarrolló una Aplicación Móvil de RV No Inmersiva. Dado que existen diferentes tipos de Realidades, como lo son: RV Inmersiva, RA, RM, se recomienda para el futuro ejecutar versiones próximas al uso de RV Inmersiva para mejorar la UX; así como procurar proponer adaptaciones para atender a usuarios con discapacidades.</a:t>
            </a:r>
          </a:p>
        </p:txBody>
      </p:sp>
      <p:sp>
        <p:nvSpPr>
          <p:cNvPr id="5" name="4 CuadroTexto"/>
          <p:cNvSpPr txBox="1"/>
          <p:nvPr/>
        </p:nvSpPr>
        <p:spPr>
          <a:xfrm>
            <a:off x="863376" y="260648"/>
            <a:ext cx="7496417" cy="456535"/>
          </a:xfrm>
          <a:prstGeom prst="rect">
            <a:avLst/>
          </a:prstGeom>
          <a:noFill/>
        </p:spPr>
        <p:txBody>
          <a:bodyPr wrap="square" rtlCol="0">
            <a:spAutoFit/>
          </a:bodyPr>
          <a:lstStyle/>
          <a:p>
            <a:pPr algn="ctr">
              <a:lnSpc>
                <a:spcPct val="150000"/>
              </a:lnSpc>
            </a:pPr>
            <a:r>
              <a:rPr lang="es-VE"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RECOMENDACIONES</a:t>
            </a:r>
          </a:p>
        </p:txBody>
      </p:sp>
      <p:sp>
        <p:nvSpPr>
          <p:cNvPr id="6" name="Título 1"/>
          <p:cNvSpPr txBox="1">
            <a:spLocks/>
          </p:cNvSpPr>
          <p:nvPr/>
        </p:nvSpPr>
        <p:spPr>
          <a:xfrm>
            <a:off x="179512" y="5647488"/>
            <a:ext cx="692656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s-ES" sz="2000" b="1" noProof="0" dirty="0">
                <a:solidFill>
                  <a:schemeClr val="bg1"/>
                </a:solidFill>
                <a:latin typeface="Britannic Bold" pitchFamily="34" charset="0"/>
              </a:rPr>
              <a:t>CONCLUSIONES Y RECOMENDACIONES</a:t>
            </a:r>
            <a:endParaRPr kumimoji="0" lang="es-ES" sz="2200" b="1" u="none" strike="noStrike" kern="1200" cap="none" spc="0" normalizeH="0" baseline="0" noProof="0" dirty="0">
              <a:ln>
                <a:noFill/>
              </a:ln>
              <a:solidFill>
                <a:schemeClr val="bg1"/>
              </a:solidFill>
              <a:uLnTx/>
              <a:uFillTx/>
              <a:latin typeface="Britannic Bold" pitchFamily="34" charset="0"/>
            </a:endParaRPr>
          </a:p>
        </p:txBody>
      </p:sp>
      <p:pic>
        <p:nvPicPr>
          <p:cNvPr id="7" name="Imagen 6">
            <a:extLst>
              <a:ext uri="{FF2B5EF4-FFF2-40B4-BE49-F238E27FC236}">
                <a16:creationId xmlns:a16="http://schemas.microsoft.com/office/drawing/2014/main" id="{BC677F3C-2EE0-30C0-AF53-935B94BE17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5239" y="5831496"/>
            <a:ext cx="703225" cy="712729"/>
          </a:xfrm>
          <a:prstGeom prst="rect">
            <a:avLst/>
          </a:prstGeom>
        </p:spPr>
      </p:pic>
      <p:pic>
        <p:nvPicPr>
          <p:cNvPr id="8" name="Picture 2" descr="Conclusión - Iconos gratis de tecnología">
            <a:extLst>
              <a:ext uri="{FF2B5EF4-FFF2-40B4-BE49-F238E27FC236}">
                <a16:creationId xmlns:a16="http://schemas.microsoft.com/office/drawing/2014/main" id="{3AD5F69E-907B-7733-CA52-5BC42C49D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3712967"/>
            <a:ext cx="2186472" cy="2186472"/>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6D6C180F-A03D-6D8F-4E2E-EADC42ECB53D}"/>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0" b="100000" l="932" r="99379"/>
                    </a14:imgEffect>
                  </a14:imgLayer>
                </a14:imgProps>
              </a:ext>
              <a:ext uri="{28A0092B-C50C-407E-A947-70E740481C1C}">
                <a14:useLocalDpi xmlns:a14="http://schemas.microsoft.com/office/drawing/2010/main" val="0"/>
              </a:ext>
            </a:extLst>
          </a:blip>
          <a:stretch>
            <a:fillRect/>
          </a:stretch>
        </p:blipFill>
        <p:spPr>
          <a:xfrm rot="436522">
            <a:off x="6738492" y="29983"/>
            <a:ext cx="1229335" cy="1527124"/>
          </a:xfrm>
          <a:prstGeom prst="rect">
            <a:avLst/>
          </a:prstGeom>
        </p:spPr>
      </p:pic>
    </p:spTree>
    <p:extLst>
      <p:ext uri="{BB962C8B-B14F-4D97-AF65-F5344CB8AC3E}">
        <p14:creationId xmlns:p14="http://schemas.microsoft.com/office/powerpoint/2010/main" val="3819692151"/>
      </p:ext>
    </p:extLst>
  </p:cSld>
  <p:clrMapOvr>
    <a:masterClrMapping/>
  </p:clrMapOvr>
  <p:transition spd="slow">
    <p:push dir="d"/>
  </p:transition>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154C98"/>
        </a:solidFill>
        <a:effectLst/>
      </p:bgPr>
    </p:bg>
    <p:spTree>
      <p:nvGrpSpPr>
        <p:cNvPr id="1" name=""/>
        <p:cNvGrpSpPr/>
        <p:nvPr/>
      </p:nvGrpSpPr>
      <p:grpSpPr>
        <a:xfrm>
          <a:off x="0" y="0"/>
          <a:ext cx="0" cy="0"/>
          <a:chOff x="0" y="0"/>
          <a:chExt cx="0" cy="0"/>
        </a:xfrm>
      </p:grpSpPr>
      <p:sp>
        <p:nvSpPr>
          <p:cNvPr id="5" name="4 CuadroTexto"/>
          <p:cNvSpPr txBox="1"/>
          <p:nvPr/>
        </p:nvSpPr>
        <p:spPr>
          <a:xfrm>
            <a:off x="823791" y="3357141"/>
            <a:ext cx="7496417" cy="1323439"/>
          </a:xfrm>
          <a:prstGeom prst="rect">
            <a:avLst/>
          </a:prstGeom>
          <a:noFill/>
        </p:spPr>
        <p:txBody>
          <a:bodyPr wrap="square" rtlCol="0">
            <a:spAutoFit/>
          </a:bodyPr>
          <a:lstStyle/>
          <a:p>
            <a:pPr algn="ctr"/>
            <a:r>
              <a:rPr lang="es-VE" sz="80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Gracias</a:t>
            </a:r>
          </a:p>
        </p:txBody>
      </p:sp>
      <p:pic>
        <p:nvPicPr>
          <p:cNvPr id="7" name="Imagen 6">
            <a:extLst>
              <a:ext uri="{FF2B5EF4-FFF2-40B4-BE49-F238E27FC236}">
                <a16:creationId xmlns:a16="http://schemas.microsoft.com/office/drawing/2014/main" id="{BC677F3C-2EE0-30C0-AF53-935B94BE17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36152" y="2132856"/>
            <a:ext cx="1071694" cy="1086178"/>
          </a:xfrm>
          <a:prstGeom prst="rect">
            <a:avLst/>
          </a:prstGeom>
        </p:spPr>
      </p:pic>
    </p:spTree>
    <p:extLst>
      <p:ext uri="{BB962C8B-B14F-4D97-AF65-F5344CB8AC3E}">
        <p14:creationId xmlns:p14="http://schemas.microsoft.com/office/powerpoint/2010/main" val="1567694693"/>
      </p:ext>
    </p:extLst>
  </p:cSld>
  <p:clrMapOvr>
    <a:masterClrMapping/>
  </p:clrMapOvr>
  <p:transition spd="slow">
    <p:push dir="d"/>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artoné">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artoné">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rtoné">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1022</TotalTime>
  <Words>1120</Words>
  <Application>Microsoft Office PowerPoint</Application>
  <PresentationFormat>Presentación en pantalla (4:3)</PresentationFormat>
  <Paragraphs>127</Paragraphs>
  <Slides>19</Slides>
  <Notes>0</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19</vt:i4>
      </vt:variant>
    </vt:vector>
  </HeadingPairs>
  <TitlesOfParts>
    <vt:vector size="31" baseType="lpstr">
      <vt:lpstr>SimSun</vt:lpstr>
      <vt:lpstr>Aharoni</vt:lpstr>
      <vt:lpstr>Arial</vt:lpstr>
      <vt:lpstr>Arial Black</vt:lpstr>
      <vt:lpstr>Batang</vt:lpstr>
      <vt:lpstr>Book Antiqua</vt:lpstr>
      <vt:lpstr>Britannic Bold</vt:lpstr>
      <vt:lpstr>Calibri</vt:lpstr>
      <vt:lpstr>Century Gothic</vt:lpstr>
      <vt:lpstr>Times New Roman</vt:lpstr>
      <vt:lpstr>Wingdings</vt:lpstr>
      <vt:lpstr>Cartoné</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Oswaldo</dc:creator>
  <cp:lastModifiedBy>Usuario</cp:lastModifiedBy>
  <cp:revision>49</cp:revision>
  <dcterms:created xsi:type="dcterms:W3CDTF">2022-12-06T03:02:36Z</dcterms:created>
  <dcterms:modified xsi:type="dcterms:W3CDTF">2023-11-10T09:59:36Z</dcterms:modified>
</cp:coreProperties>
</file>